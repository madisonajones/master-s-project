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41"/>
  </p:notesMasterIdLst>
  <p:handoutMasterIdLst>
    <p:handoutMasterId r:id="rId42"/>
  </p:handoutMasterIdLst>
  <p:sldIdLst>
    <p:sldId id="512" r:id="rId5"/>
    <p:sldId id="551" r:id="rId6"/>
    <p:sldId id="552" r:id="rId7"/>
    <p:sldId id="553" r:id="rId8"/>
    <p:sldId id="554" r:id="rId9"/>
    <p:sldId id="556" r:id="rId10"/>
    <p:sldId id="521" r:id="rId11"/>
    <p:sldId id="530" r:id="rId12"/>
    <p:sldId id="555" r:id="rId13"/>
    <p:sldId id="522" r:id="rId14"/>
    <p:sldId id="523" r:id="rId15"/>
    <p:sldId id="528" r:id="rId16"/>
    <p:sldId id="531" r:id="rId17"/>
    <p:sldId id="533" r:id="rId18"/>
    <p:sldId id="532" r:id="rId19"/>
    <p:sldId id="529" r:id="rId20"/>
    <p:sldId id="534" r:id="rId21"/>
    <p:sldId id="537" r:id="rId22"/>
    <p:sldId id="538" r:id="rId23"/>
    <p:sldId id="536" r:id="rId24"/>
    <p:sldId id="539" r:id="rId25"/>
    <p:sldId id="544" r:id="rId26"/>
    <p:sldId id="540" r:id="rId27"/>
    <p:sldId id="541" r:id="rId28"/>
    <p:sldId id="545" r:id="rId29"/>
    <p:sldId id="557" r:id="rId30"/>
    <p:sldId id="543" r:id="rId31"/>
    <p:sldId id="546" r:id="rId32"/>
    <p:sldId id="548" r:id="rId33"/>
    <p:sldId id="558" r:id="rId34"/>
    <p:sldId id="525" r:id="rId35"/>
    <p:sldId id="542" r:id="rId36"/>
    <p:sldId id="549" r:id="rId37"/>
    <p:sldId id="550" r:id="rId38"/>
    <p:sldId id="524" r:id="rId39"/>
    <p:sldId id="526" r:id="rId40"/>
  </p:sldIdLst>
  <p:sldSz cx="12192000" cy="6858000"/>
  <p:notesSz cx="9144000" cy="6858000"/>
  <p:embeddedFontLst>
    <p:embeddedFont>
      <p:font typeface="Cambria Math" panose="02040503050406030204" pitchFamily="18" charset="0"/>
      <p:regular r:id="rId43"/>
    </p:embeddedFont>
    <p:embeddedFont>
      <p:font typeface="PT serif" panose="020A0603040505020204" pitchFamily="18" charset="0"/>
      <p:regular r:id="rId44"/>
      <p:bold r:id="rId45"/>
      <p:italic r:id="rId46"/>
      <p:boldItalic r:id="rId47"/>
    </p:embeddedFont>
    <p:embeddedFont>
      <p:font typeface="Roboto" panose="02000000000000000000" pitchFamily="2" charset="0"/>
      <p:regular r:id="rId48"/>
      <p:bold r:id="rId49"/>
      <p:italic r:id="rId50"/>
      <p:boldItalic r:id="rId51"/>
    </p:embeddedFont>
    <p:embeddedFont>
      <p:font typeface="Source sans 3" panose="020B0604020202020204" charset="0"/>
      <p:regular r:id="rId52"/>
      <p:bold r:id="rId53"/>
      <p:italic r:id="rId54"/>
      <p:boldItalic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A"/>
    <a:srgbClr val="E3F3EF"/>
    <a:srgbClr val="007FAC"/>
    <a:srgbClr val="DCEEF7"/>
    <a:srgbClr val="FFF6D4"/>
    <a:srgbClr val="EBB600"/>
    <a:srgbClr val="CC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F4F4BD-627D-48A9-9070-FED05580ECF7}" v="21" dt="2026-05-08T04:37:14.481"/>
    <p1510:client id="{F21DB396-E457-47D9-901A-C57B54C956FE}" v="1" dt="2026-05-08T19:12:58.8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385" autoAdjust="0"/>
    <p:restoredTop sz="75193" autoAdjust="0"/>
  </p:normalViewPr>
  <p:slideViewPr>
    <p:cSldViewPr snapToGrid="0" snapToObjects="1">
      <p:cViewPr varScale="1">
        <p:scale>
          <a:sx n="66" d="100"/>
          <a:sy n="66" d="100"/>
        </p:scale>
        <p:origin x="645" y="48"/>
      </p:cViewPr>
      <p:guideLst>
        <p:guide pos="3840"/>
        <p:guide orient="horz" pos="2160"/>
      </p:guideLst>
    </p:cSldViewPr>
  </p:slideViewPr>
  <p:outlineViewPr>
    <p:cViewPr>
      <p:scale>
        <a:sx n="33" d="100"/>
        <a:sy n="33" d="100"/>
      </p:scale>
      <p:origin x="0" y="-31296"/>
    </p:cViewPr>
  </p:outlineViewPr>
  <p:notesTextViewPr>
    <p:cViewPr>
      <p:scale>
        <a:sx n="125" d="100"/>
        <a:sy n="125" d="100"/>
      </p:scale>
      <p:origin x="0" y="0"/>
    </p:cViewPr>
  </p:notesTextViewPr>
  <p:sorterViewPr>
    <p:cViewPr>
      <p:scale>
        <a:sx n="1" d="1"/>
        <a:sy n="1" d="1"/>
      </p:scale>
      <p:origin x="0" y="0"/>
    </p:cViewPr>
  </p:sorterViewPr>
  <p:notesViewPr>
    <p:cSldViewPr snapToGrid="0" snapToObjects="1">
      <p:cViewPr varScale="1">
        <p:scale>
          <a:sx n="128" d="100"/>
          <a:sy n="128" d="100"/>
        </p:scale>
        <p:origin x="5064"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4.fntdata"/><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 Id="rId54"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2.fntdata"/><Relationship Id="rId52" Type="http://schemas.openxmlformats.org/officeDocument/2006/relationships/font" Target="fonts/font10.fntdata"/><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ison Jones" userId="4347cae8-7c2b-4706-9465-46f5e461052a" providerId="ADAL" clId="{23AD2B71-142B-4412-B515-82A4DB346E58}"/>
    <pc:docChg chg="undo custSel addSld delSld modSld sldOrd">
      <pc:chgData name="Madison Jones" userId="4347cae8-7c2b-4706-9465-46f5e461052a" providerId="ADAL" clId="{23AD2B71-142B-4412-B515-82A4DB346E58}" dt="2026-05-08T19:14:28.104" v="5251" actId="20577"/>
      <pc:docMkLst>
        <pc:docMk/>
      </pc:docMkLst>
      <pc:sldChg chg="addSp modSp mod">
        <pc:chgData name="Madison Jones" userId="4347cae8-7c2b-4706-9465-46f5e461052a" providerId="ADAL" clId="{23AD2B71-142B-4412-B515-82A4DB346E58}" dt="2026-05-08T19:14:28.104" v="5251" actId="20577"/>
        <pc:sldMkLst>
          <pc:docMk/>
          <pc:sldMk cId="160672004" sldId="512"/>
        </pc:sldMkLst>
        <pc:spChg chg="add mod">
          <ac:chgData name="Madison Jones" userId="4347cae8-7c2b-4706-9465-46f5e461052a" providerId="ADAL" clId="{23AD2B71-142B-4412-B515-82A4DB346E58}" dt="2026-05-08T19:14:28.104" v="5251" actId="20577"/>
          <ac:spMkLst>
            <pc:docMk/>
            <pc:sldMk cId="160672004" sldId="512"/>
            <ac:spMk id="5" creationId="{F8C6225F-28C4-5A9B-1CE3-0B10E6D7FCA3}"/>
          </ac:spMkLst>
        </pc:spChg>
      </pc:sldChg>
      <pc:sldChg chg="modSp mod">
        <pc:chgData name="Madison Jones" userId="4347cae8-7c2b-4706-9465-46f5e461052a" providerId="ADAL" clId="{23AD2B71-142B-4412-B515-82A4DB346E58}" dt="2026-05-08T03:57:11.530" v="2720" actId="20577"/>
        <pc:sldMkLst>
          <pc:docMk/>
          <pc:sldMk cId="3489805411" sldId="521"/>
        </pc:sldMkLst>
        <pc:spChg chg="mod">
          <ac:chgData name="Madison Jones" userId="4347cae8-7c2b-4706-9465-46f5e461052a" providerId="ADAL" clId="{23AD2B71-142B-4412-B515-82A4DB346E58}" dt="2026-05-08T03:57:11.530" v="2720" actId="20577"/>
          <ac:spMkLst>
            <pc:docMk/>
            <pc:sldMk cId="3489805411" sldId="521"/>
            <ac:spMk id="4" creationId="{12927CBB-F493-E751-0DB2-9BCC799082F7}"/>
          </ac:spMkLst>
        </pc:spChg>
      </pc:sldChg>
      <pc:sldChg chg="ord">
        <pc:chgData name="Madison Jones" userId="4347cae8-7c2b-4706-9465-46f5e461052a" providerId="ADAL" clId="{23AD2B71-142B-4412-B515-82A4DB346E58}" dt="2026-05-08T03:41:02.583" v="223"/>
        <pc:sldMkLst>
          <pc:docMk/>
          <pc:sldMk cId="3657590290" sldId="524"/>
        </pc:sldMkLst>
      </pc:sldChg>
      <pc:sldChg chg="del">
        <pc:chgData name="Madison Jones" userId="4347cae8-7c2b-4706-9465-46f5e461052a" providerId="ADAL" clId="{23AD2B71-142B-4412-B515-82A4DB346E58}" dt="2026-05-08T03:40:44.796" v="221" actId="47"/>
        <pc:sldMkLst>
          <pc:docMk/>
          <pc:sldMk cId="866162324" sldId="527"/>
        </pc:sldMkLst>
      </pc:sldChg>
      <pc:sldChg chg="addSp delSp modSp mod">
        <pc:chgData name="Madison Jones" userId="4347cae8-7c2b-4706-9465-46f5e461052a" providerId="ADAL" clId="{23AD2B71-142B-4412-B515-82A4DB346E58}" dt="2026-05-08T02:34:45.984" v="198" actId="1076"/>
        <pc:sldMkLst>
          <pc:docMk/>
          <pc:sldMk cId="3389631324" sldId="530"/>
        </pc:sldMkLst>
        <pc:spChg chg="del">
          <ac:chgData name="Madison Jones" userId="4347cae8-7c2b-4706-9465-46f5e461052a" providerId="ADAL" clId="{23AD2B71-142B-4412-B515-82A4DB346E58}" dt="2026-05-08T02:25:46.067" v="77" actId="21"/>
          <ac:spMkLst>
            <pc:docMk/>
            <pc:sldMk cId="3389631324" sldId="530"/>
            <ac:spMk id="3" creationId="{AB207609-D22A-735D-B47E-621A3F2D03DE}"/>
          </ac:spMkLst>
        </pc:spChg>
        <pc:spChg chg="del mod">
          <ac:chgData name="Madison Jones" userId="4347cae8-7c2b-4706-9465-46f5e461052a" providerId="ADAL" clId="{23AD2B71-142B-4412-B515-82A4DB346E58}" dt="2026-05-08T02:30:37.020" v="116" actId="21"/>
          <ac:spMkLst>
            <pc:docMk/>
            <pc:sldMk cId="3389631324" sldId="530"/>
            <ac:spMk id="5" creationId="{6A9DD45E-5E2C-A77D-2876-63836B453A16}"/>
          </ac:spMkLst>
        </pc:spChg>
        <pc:spChg chg="del">
          <ac:chgData name="Madison Jones" userId="4347cae8-7c2b-4706-9465-46f5e461052a" providerId="ADAL" clId="{23AD2B71-142B-4412-B515-82A4DB346E58}" dt="2026-05-08T02:30:34.170" v="115" actId="21"/>
          <ac:spMkLst>
            <pc:docMk/>
            <pc:sldMk cId="3389631324" sldId="530"/>
            <ac:spMk id="6" creationId="{5005440B-FE7A-56FA-2CC9-16E6C2567EB3}"/>
          </ac:spMkLst>
        </pc:spChg>
        <pc:spChg chg="del">
          <ac:chgData name="Madison Jones" userId="4347cae8-7c2b-4706-9465-46f5e461052a" providerId="ADAL" clId="{23AD2B71-142B-4412-B515-82A4DB346E58}" dt="2026-05-08T02:24:04.081" v="1" actId="478"/>
          <ac:spMkLst>
            <pc:docMk/>
            <pc:sldMk cId="3389631324" sldId="530"/>
            <ac:spMk id="7" creationId="{351CE1E9-55B4-60ED-01C9-47516A4D316C}"/>
          </ac:spMkLst>
        </pc:spChg>
        <pc:spChg chg="mod">
          <ac:chgData name="Madison Jones" userId="4347cae8-7c2b-4706-9465-46f5e461052a" providerId="ADAL" clId="{23AD2B71-142B-4412-B515-82A4DB346E58}" dt="2026-05-08T02:33:11.432" v="177" actId="1076"/>
          <ac:spMkLst>
            <pc:docMk/>
            <pc:sldMk cId="3389631324" sldId="530"/>
            <ac:spMk id="8" creationId="{0151DE32-E167-8B9C-217C-1511C448BB0C}"/>
          </ac:spMkLst>
        </pc:spChg>
        <pc:spChg chg="mod">
          <ac:chgData name="Madison Jones" userId="4347cae8-7c2b-4706-9465-46f5e461052a" providerId="ADAL" clId="{23AD2B71-142B-4412-B515-82A4DB346E58}" dt="2026-05-08T02:32:08.548" v="159" actId="113"/>
          <ac:spMkLst>
            <pc:docMk/>
            <pc:sldMk cId="3389631324" sldId="530"/>
            <ac:spMk id="9" creationId="{6029BE13-354F-9EA6-9617-8024A1E918C8}"/>
          </ac:spMkLst>
        </pc:spChg>
        <pc:spChg chg="del">
          <ac:chgData name="Madison Jones" userId="4347cae8-7c2b-4706-9465-46f5e461052a" providerId="ADAL" clId="{23AD2B71-142B-4412-B515-82A4DB346E58}" dt="2026-05-08T02:24:05.344" v="2" actId="478"/>
          <ac:spMkLst>
            <pc:docMk/>
            <pc:sldMk cId="3389631324" sldId="530"/>
            <ac:spMk id="10" creationId="{240E91DA-F4B3-E40B-1D98-32B9A997316E}"/>
          </ac:spMkLst>
        </pc:spChg>
        <pc:spChg chg="mod">
          <ac:chgData name="Madison Jones" userId="4347cae8-7c2b-4706-9465-46f5e461052a" providerId="ADAL" clId="{23AD2B71-142B-4412-B515-82A4DB346E58}" dt="2026-05-08T02:34:37.526" v="197" actId="1076"/>
          <ac:spMkLst>
            <pc:docMk/>
            <pc:sldMk cId="3389631324" sldId="530"/>
            <ac:spMk id="11" creationId="{6DB630BA-F1F1-085B-1EE9-396D691CED0D}"/>
          </ac:spMkLst>
        </pc:spChg>
        <pc:spChg chg="del">
          <ac:chgData name="Madison Jones" userId="4347cae8-7c2b-4706-9465-46f5e461052a" providerId="ADAL" clId="{23AD2B71-142B-4412-B515-82A4DB346E58}" dt="2026-05-08T02:33:17.573" v="178" actId="21"/>
          <ac:spMkLst>
            <pc:docMk/>
            <pc:sldMk cId="3389631324" sldId="530"/>
            <ac:spMk id="12" creationId="{CFAA5327-399D-1031-482D-109880D85555}"/>
          </ac:spMkLst>
        </pc:spChg>
        <pc:spChg chg="del">
          <ac:chgData name="Madison Jones" userId="4347cae8-7c2b-4706-9465-46f5e461052a" providerId="ADAL" clId="{23AD2B71-142B-4412-B515-82A4DB346E58}" dt="2026-05-08T02:29:28.408" v="105" actId="21"/>
          <ac:spMkLst>
            <pc:docMk/>
            <pc:sldMk cId="3389631324" sldId="530"/>
            <ac:spMk id="13" creationId="{4F7366BB-84B3-79B6-2D12-FD6239C15325}"/>
          </ac:spMkLst>
        </pc:spChg>
        <pc:spChg chg="add del mod">
          <ac:chgData name="Madison Jones" userId="4347cae8-7c2b-4706-9465-46f5e461052a" providerId="ADAL" clId="{23AD2B71-142B-4412-B515-82A4DB346E58}" dt="2026-05-08T02:31:41.971" v="152" actId="478"/>
          <ac:spMkLst>
            <pc:docMk/>
            <pc:sldMk cId="3389631324" sldId="530"/>
            <ac:spMk id="14" creationId="{2777EA66-E02D-DEBF-379E-FE1A617A4031}"/>
          </ac:spMkLst>
        </pc:spChg>
        <pc:spChg chg="add del mod">
          <ac:chgData name="Madison Jones" userId="4347cae8-7c2b-4706-9465-46f5e461052a" providerId="ADAL" clId="{23AD2B71-142B-4412-B515-82A4DB346E58}" dt="2026-05-08T02:32:18.274" v="161" actId="478"/>
          <ac:spMkLst>
            <pc:docMk/>
            <pc:sldMk cId="3389631324" sldId="530"/>
            <ac:spMk id="17" creationId="{3B2D168D-4B23-863C-BA2F-120F1CF7369E}"/>
          </ac:spMkLst>
        </pc:spChg>
        <pc:spChg chg="add del mod">
          <ac:chgData name="Madison Jones" userId="4347cae8-7c2b-4706-9465-46f5e461052a" providerId="ADAL" clId="{23AD2B71-142B-4412-B515-82A4DB346E58}" dt="2026-05-08T02:33:18.667" v="179" actId="478"/>
          <ac:spMkLst>
            <pc:docMk/>
            <pc:sldMk cId="3389631324" sldId="530"/>
            <ac:spMk id="18" creationId="{2B1FA984-A148-9303-446A-1E219AA3E79F}"/>
          </ac:spMkLst>
        </pc:spChg>
        <pc:picChg chg="add mod">
          <ac:chgData name="Madison Jones" userId="4347cae8-7c2b-4706-9465-46f5e461052a" providerId="ADAL" clId="{23AD2B71-142B-4412-B515-82A4DB346E58}" dt="2026-05-08T02:32:15.513" v="160" actId="207"/>
          <ac:picMkLst>
            <pc:docMk/>
            <pc:sldMk cId="3389631324" sldId="530"/>
            <ac:picMk id="20" creationId="{75C3881D-A8A0-E461-366C-44CB89210197}"/>
          </ac:picMkLst>
        </pc:picChg>
        <pc:picChg chg="add mod">
          <ac:chgData name="Madison Jones" userId="4347cae8-7c2b-4706-9465-46f5e461052a" providerId="ADAL" clId="{23AD2B71-142B-4412-B515-82A4DB346E58}" dt="2026-05-08T02:34:00.721" v="183" actId="1076"/>
          <ac:picMkLst>
            <pc:docMk/>
            <pc:sldMk cId="3389631324" sldId="530"/>
            <ac:picMk id="22" creationId="{44F4A41F-F817-2CFC-C381-49BB39ADA0E5}"/>
          </ac:picMkLst>
        </pc:picChg>
        <pc:picChg chg="add mod">
          <ac:chgData name="Madison Jones" userId="4347cae8-7c2b-4706-9465-46f5e461052a" providerId="ADAL" clId="{23AD2B71-142B-4412-B515-82A4DB346E58}" dt="2026-05-08T02:34:45.984" v="198" actId="1076"/>
          <ac:picMkLst>
            <pc:docMk/>
            <pc:sldMk cId="3389631324" sldId="530"/>
            <ac:picMk id="24" creationId="{0C1ED467-6408-69E3-3C66-82016AD92B07}"/>
          </ac:picMkLst>
        </pc:picChg>
      </pc:sldChg>
      <pc:sldChg chg="modSp mod">
        <pc:chgData name="Madison Jones" userId="4347cae8-7c2b-4706-9465-46f5e461052a" providerId="ADAL" clId="{23AD2B71-142B-4412-B515-82A4DB346E58}" dt="2026-05-08T16:42:14.374" v="5147" actId="15"/>
        <pc:sldMkLst>
          <pc:docMk/>
          <pc:sldMk cId="1220674455" sldId="531"/>
        </pc:sldMkLst>
        <pc:spChg chg="mod">
          <ac:chgData name="Madison Jones" userId="4347cae8-7c2b-4706-9465-46f5e461052a" providerId="ADAL" clId="{23AD2B71-142B-4412-B515-82A4DB346E58}" dt="2026-05-08T16:42:14.374" v="5147" actId="15"/>
          <ac:spMkLst>
            <pc:docMk/>
            <pc:sldMk cId="1220674455" sldId="531"/>
            <ac:spMk id="4" creationId="{A6ECA75C-2559-95E2-35E0-7FBB2FD00DFB}"/>
          </ac:spMkLst>
        </pc:spChg>
      </pc:sldChg>
      <pc:sldChg chg="del">
        <pc:chgData name="Madison Jones" userId="4347cae8-7c2b-4706-9465-46f5e461052a" providerId="ADAL" clId="{23AD2B71-142B-4412-B515-82A4DB346E58}" dt="2026-05-08T03:58:11.045" v="2721" actId="2696"/>
        <pc:sldMkLst>
          <pc:docMk/>
          <pc:sldMk cId="904659984" sldId="544"/>
        </pc:sldMkLst>
      </pc:sldChg>
      <pc:sldChg chg="modSp add mod">
        <pc:chgData name="Madison Jones" userId="4347cae8-7c2b-4706-9465-46f5e461052a" providerId="ADAL" clId="{23AD2B71-142B-4412-B515-82A4DB346E58}" dt="2026-05-08T03:58:53.494" v="2760" actId="20577"/>
        <pc:sldMkLst>
          <pc:docMk/>
          <pc:sldMk cId="1797101679" sldId="544"/>
        </pc:sldMkLst>
        <pc:spChg chg="mod">
          <ac:chgData name="Madison Jones" userId="4347cae8-7c2b-4706-9465-46f5e461052a" providerId="ADAL" clId="{23AD2B71-142B-4412-B515-82A4DB346E58}" dt="2026-05-08T03:58:53.494" v="2760" actId="20577"/>
          <ac:spMkLst>
            <pc:docMk/>
            <pc:sldMk cId="1797101679" sldId="544"/>
            <ac:spMk id="2" creationId="{8C1DF8AD-35F9-57D5-45FA-F9B7F0459A54}"/>
          </ac:spMkLst>
        </pc:spChg>
      </pc:sldChg>
      <pc:sldChg chg="modSp mod">
        <pc:chgData name="Madison Jones" userId="4347cae8-7c2b-4706-9465-46f5e461052a" providerId="ADAL" clId="{23AD2B71-142B-4412-B515-82A4DB346E58}" dt="2026-05-08T16:42:32.978" v="5148" actId="15"/>
        <pc:sldMkLst>
          <pc:docMk/>
          <pc:sldMk cId="4207931579" sldId="546"/>
        </pc:sldMkLst>
        <pc:spChg chg="mod">
          <ac:chgData name="Madison Jones" userId="4347cae8-7c2b-4706-9465-46f5e461052a" providerId="ADAL" clId="{23AD2B71-142B-4412-B515-82A4DB346E58}" dt="2026-05-08T16:42:32.978" v="5148" actId="15"/>
          <ac:spMkLst>
            <pc:docMk/>
            <pc:sldMk cId="4207931579" sldId="546"/>
            <ac:spMk id="4" creationId="{3EAA3A07-6852-2F16-9DE0-D884E30ED12D}"/>
          </ac:spMkLst>
        </pc:spChg>
      </pc:sldChg>
      <pc:sldChg chg="del">
        <pc:chgData name="Madison Jones" userId="4347cae8-7c2b-4706-9465-46f5e461052a" providerId="ADAL" clId="{23AD2B71-142B-4412-B515-82A4DB346E58}" dt="2026-05-08T04:11:49.122" v="4485" actId="2696"/>
        <pc:sldMkLst>
          <pc:docMk/>
          <pc:sldMk cId="2744637329" sldId="547"/>
        </pc:sldMkLst>
      </pc:sldChg>
      <pc:sldChg chg="modSp mod">
        <pc:chgData name="Madison Jones" userId="4347cae8-7c2b-4706-9465-46f5e461052a" providerId="ADAL" clId="{23AD2B71-142B-4412-B515-82A4DB346E58}" dt="2026-05-08T04:15:21.301" v="5120" actId="20577"/>
        <pc:sldMkLst>
          <pc:docMk/>
          <pc:sldMk cId="1169262263" sldId="548"/>
        </pc:sldMkLst>
        <pc:spChg chg="mod">
          <ac:chgData name="Madison Jones" userId="4347cae8-7c2b-4706-9465-46f5e461052a" providerId="ADAL" clId="{23AD2B71-142B-4412-B515-82A4DB346E58}" dt="2026-05-08T04:12:27.123" v="4516" actId="20577"/>
          <ac:spMkLst>
            <pc:docMk/>
            <pc:sldMk cId="1169262263" sldId="548"/>
            <ac:spMk id="2" creationId="{D53236E6-4C09-460C-9FDF-8261E1A9BA74}"/>
          </ac:spMkLst>
        </pc:spChg>
        <pc:spChg chg="mod">
          <ac:chgData name="Madison Jones" userId="4347cae8-7c2b-4706-9465-46f5e461052a" providerId="ADAL" clId="{23AD2B71-142B-4412-B515-82A4DB346E58}" dt="2026-05-08T04:15:21.301" v="5120" actId="20577"/>
          <ac:spMkLst>
            <pc:docMk/>
            <pc:sldMk cId="1169262263" sldId="548"/>
            <ac:spMk id="4" creationId="{0E252385-991E-1FE3-A07D-72B8EC5036C9}"/>
          </ac:spMkLst>
        </pc:spChg>
      </pc:sldChg>
      <pc:sldChg chg="add del">
        <pc:chgData name="Madison Jones" userId="4347cae8-7c2b-4706-9465-46f5e461052a" providerId="ADAL" clId="{23AD2B71-142B-4412-B515-82A4DB346E58}" dt="2026-05-08T02:24:11.297" v="4"/>
        <pc:sldMkLst>
          <pc:docMk/>
          <pc:sldMk cId="1664889527" sldId="549"/>
        </pc:sldMkLst>
      </pc:sldChg>
      <pc:sldChg chg="addSp delSp modSp add mod ord">
        <pc:chgData name="Madison Jones" userId="4347cae8-7c2b-4706-9465-46f5e461052a" providerId="ADAL" clId="{23AD2B71-142B-4412-B515-82A4DB346E58}" dt="2026-05-08T02:29:12.780" v="104" actId="1076"/>
        <pc:sldMkLst>
          <pc:docMk/>
          <pc:sldMk cId="4260292433" sldId="549"/>
        </pc:sldMkLst>
        <pc:spChg chg="mod">
          <ac:chgData name="Madison Jones" userId="4347cae8-7c2b-4706-9465-46f5e461052a" providerId="ADAL" clId="{23AD2B71-142B-4412-B515-82A4DB346E58}" dt="2026-05-08T02:28:02.599" v="98" actId="20577"/>
          <ac:spMkLst>
            <pc:docMk/>
            <pc:sldMk cId="4260292433" sldId="549"/>
            <ac:spMk id="2" creationId="{808DEA89-DBEE-3251-C88D-A03BB9FBE368}"/>
          </ac:spMkLst>
        </pc:spChg>
        <pc:spChg chg="add del mod">
          <ac:chgData name="Madison Jones" userId="4347cae8-7c2b-4706-9465-46f5e461052a" providerId="ADAL" clId="{23AD2B71-142B-4412-B515-82A4DB346E58}" dt="2026-05-08T02:27:42.823" v="94"/>
          <ac:spMkLst>
            <pc:docMk/>
            <pc:sldMk cId="4260292433" sldId="549"/>
            <ac:spMk id="4" creationId="{A7977E5E-70EC-E629-6225-CD6D4043265E}"/>
          </ac:spMkLst>
        </pc:spChg>
        <pc:graphicFrameChg chg="add mod">
          <ac:chgData name="Madison Jones" userId="4347cae8-7c2b-4706-9465-46f5e461052a" providerId="ADAL" clId="{23AD2B71-142B-4412-B515-82A4DB346E58}" dt="2026-05-08T02:29:12.780" v="104" actId="1076"/>
          <ac:graphicFrameMkLst>
            <pc:docMk/>
            <pc:sldMk cId="4260292433" sldId="549"/>
            <ac:graphicFrameMk id="6" creationId="{24843DE7-C318-5B33-40F4-19AE0C9738D4}"/>
          </ac:graphicFrameMkLst>
        </pc:graphicFrameChg>
        <pc:picChg chg="del">
          <ac:chgData name="Madison Jones" userId="4347cae8-7c2b-4706-9465-46f5e461052a" providerId="ADAL" clId="{23AD2B71-142B-4412-B515-82A4DB346E58}" dt="2026-05-08T02:27:41.785" v="93" actId="478"/>
          <ac:picMkLst>
            <pc:docMk/>
            <pc:sldMk cId="4260292433" sldId="549"/>
            <ac:picMk id="8" creationId="{C08B3F3C-BF30-85F8-3733-6A6779EE4FCD}"/>
          </ac:picMkLst>
        </pc:picChg>
      </pc:sldChg>
      <pc:sldChg chg="addSp delSp modSp add mod">
        <pc:chgData name="Madison Jones" userId="4347cae8-7c2b-4706-9465-46f5e461052a" providerId="ADAL" clId="{23AD2B71-142B-4412-B515-82A4DB346E58}" dt="2026-05-08T02:29:07.242" v="103" actId="1076"/>
        <pc:sldMkLst>
          <pc:docMk/>
          <pc:sldMk cId="432390000" sldId="550"/>
        </pc:sldMkLst>
        <pc:spChg chg="mod">
          <ac:chgData name="Madison Jones" userId="4347cae8-7c2b-4706-9465-46f5e461052a" providerId="ADAL" clId="{23AD2B71-142B-4412-B515-82A4DB346E58}" dt="2026-05-08T02:29:01.502" v="102"/>
          <ac:spMkLst>
            <pc:docMk/>
            <pc:sldMk cId="432390000" sldId="550"/>
            <ac:spMk id="2" creationId="{F5D46B87-73F6-9CB2-E3CC-89FCAF449ED6}"/>
          </ac:spMkLst>
        </pc:spChg>
        <pc:spChg chg="add del mod">
          <ac:chgData name="Madison Jones" userId="4347cae8-7c2b-4706-9465-46f5e461052a" providerId="ADAL" clId="{23AD2B71-142B-4412-B515-82A4DB346E58}" dt="2026-05-08T02:28:23.942" v="101"/>
          <ac:spMkLst>
            <pc:docMk/>
            <pc:sldMk cId="432390000" sldId="550"/>
            <ac:spMk id="4" creationId="{043707D3-4A29-F1E1-7E80-B60592D85F3F}"/>
          </ac:spMkLst>
        </pc:spChg>
        <pc:graphicFrameChg chg="del">
          <ac:chgData name="Madison Jones" userId="4347cae8-7c2b-4706-9465-46f5e461052a" providerId="ADAL" clId="{23AD2B71-142B-4412-B515-82A4DB346E58}" dt="2026-05-08T02:28:10.530" v="100" actId="21"/>
          <ac:graphicFrameMkLst>
            <pc:docMk/>
            <pc:sldMk cId="432390000" sldId="550"/>
            <ac:graphicFrameMk id="6" creationId="{06B4A4EE-FE05-F351-0DBC-7835DFC12810}"/>
          </ac:graphicFrameMkLst>
        </pc:graphicFrameChg>
        <pc:graphicFrameChg chg="add mod">
          <ac:chgData name="Madison Jones" userId="4347cae8-7c2b-4706-9465-46f5e461052a" providerId="ADAL" clId="{23AD2B71-142B-4412-B515-82A4DB346E58}" dt="2026-05-08T02:29:07.242" v="103" actId="1076"/>
          <ac:graphicFrameMkLst>
            <pc:docMk/>
            <pc:sldMk cId="432390000" sldId="550"/>
            <ac:graphicFrameMk id="7" creationId="{82FC9570-3282-A26D-1618-1F25583D5193}"/>
          </ac:graphicFrameMkLst>
        </pc:graphicFrameChg>
      </pc:sldChg>
      <pc:sldChg chg="delSp modSp new mod">
        <pc:chgData name="Madison Jones" userId="4347cae8-7c2b-4706-9465-46f5e461052a" providerId="ADAL" clId="{23AD2B71-142B-4412-B515-82A4DB346E58}" dt="2026-05-08T04:16:49.500" v="5123" actId="20577"/>
        <pc:sldMkLst>
          <pc:docMk/>
          <pc:sldMk cId="1841861653" sldId="551"/>
        </pc:sldMkLst>
        <pc:spChg chg="mod">
          <ac:chgData name="Madison Jones" userId="4347cae8-7c2b-4706-9465-46f5e461052a" providerId="ADAL" clId="{23AD2B71-142B-4412-B515-82A4DB346E58}" dt="2026-05-08T03:39:52.201" v="220" actId="20577"/>
          <ac:spMkLst>
            <pc:docMk/>
            <pc:sldMk cId="1841861653" sldId="551"/>
            <ac:spMk id="2" creationId="{601719B2-F3B0-A365-221B-9D35C79E6EB0}"/>
          </ac:spMkLst>
        </pc:spChg>
        <pc:spChg chg="mod">
          <ac:chgData name="Madison Jones" userId="4347cae8-7c2b-4706-9465-46f5e461052a" providerId="ADAL" clId="{23AD2B71-142B-4412-B515-82A4DB346E58}" dt="2026-05-08T03:43:05.695" v="600" actId="20577"/>
          <ac:spMkLst>
            <pc:docMk/>
            <pc:sldMk cId="1841861653" sldId="551"/>
            <ac:spMk id="3" creationId="{9AD4D721-4849-A12D-28C0-6DB3E3731041}"/>
          </ac:spMkLst>
        </pc:spChg>
        <pc:spChg chg="mod">
          <ac:chgData name="Madison Jones" userId="4347cae8-7c2b-4706-9465-46f5e461052a" providerId="ADAL" clId="{23AD2B71-142B-4412-B515-82A4DB346E58}" dt="2026-05-08T04:16:49.500" v="5123" actId="20577"/>
          <ac:spMkLst>
            <pc:docMk/>
            <pc:sldMk cId="1841861653" sldId="551"/>
            <ac:spMk id="4" creationId="{6036820A-0C62-151F-C7A1-79298466C957}"/>
          </ac:spMkLst>
        </pc:spChg>
        <pc:spChg chg="del">
          <ac:chgData name="Madison Jones" userId="4347cae8-7c2b-4706-9465-46f5e461052a" providerId="ADAL" clId="{23AD2B71-142B-4412-B515-82A4DB346E58}" dt="2026-05-08T03:41:38.676" v="224" actId="21"/>
          <ac:spMkLst>
            <pc:docMk/>
            <pc:sldMk cId="1841861653" sldId="551"/>
            <ac:spMk id="5" creationId="{8CC5AC4B-C05B-CC5D-E28C-E0BF2BF401DF}"/>
          </ac:spMkLst>
        </pc:spChg>
      </pc:sldChg>
      <pc:sldChg chg="modSp add mod">
        <pc:chgData name="Madison Jones" userId="4347cae8-7c2b-4706-9465-46f5e461052a" providerId="ADAL" clId="{23AD2B71-142B-4412-B515-82A4DB346E58}" dt="2026-05-08T03:47:59.214" v="1343" actId="255"/>
        <pc:sldMkLst>
          <pc:docMk/>
          <pc:sldMk cId="3790035078" sldId="552"/>
        </pc:sldMkLst>
        <pc:spChg chg="mod">
          <ac:chgData name="Madison Jones" userId="4347cae8-7c2b-4706-9465-46f5e461052a" providerId="ADAL" clId="{23AD2B71-142B-4412-B515-82A4DB346E58}" dt="2026-05-08T03:43:28.881" v="618" actId="20577"/>
          <ac:spMkLst>
            <pc:docMk/>
            <pc:sldMk cId="3790035078" sldId="552"/>
            <ac:spMk id="3" creationId="{D7580CD8-DDB1-767D-01D3-FBB050DA7E22}"/>
          </ac:spMkLst>
        </pc:spChg>
        <pc:spChg chg="mod">
          <ac:chgData name="Madison Jones" userId="4347cae8-7c2b-4706-9465-46f5e461052a" providerId="ADAL" clId="{23AD2B71-142B-4412-B515-82A4DB346E58}" dt="2026-05-08T03:47:59.214" v="1343" actId="255"/>
          <ac:spMkLst>
            <pc:docMk/>
            <pc:sldMk cId="3790035078" sldId="552"/>
            <ac:spMk id="4" creationId="{EE5879E5-63E8-AB74-6DAD-5A13A079CD82}"/>
          </ac:spMkLst>
        </pc:spChg>
      </pc:sldChg>
      <pc:sldChg chg="modSp new mod">
        <pc:chgData name="Madison Jones" userId="4347cae8-7c2b-4706-9465-46f5e461052a" providerId="ADAL" clId="{23AD2B71-142B-4412-B515-82A4DB346E58}" dt="2026-05-08T03:52:52.648" v="2081" actId="113"/>
        <pc:sldMkLst>
          <pc:docMk/>
          <pc:sldMk cId="3424259759" sldId="553"/>
        </pc:sldMkLst>
        <pc:spChg chg="mod">
          <ac:chgData name="Madison Jones" userId="4347cae8-7c2b-4706-9465-46f5e461052a" providerId="ADAL" clId="{23AD2B71-142B-4412-B515-82A4DB346E58}" dt="2026-05-08T03:48:16.175" v="1373" actId="20577"/>
          <ac:spMkLst>
            <pc:docMk/>
            <pc:sldMk cId="3424259759" sldId="553"/>
            <ac:spMk id="2" creationId="{FE79C583-ECF5-42C2-62DC-5CDDDBD484B3}"/>
          </ac:spMkLst>
        </pc:spChg>
        <pc:spChg chg="mod">
          <ac:chgData name="Madison Jones" userId="4347cae8-7c2b-4706-9465-46f5e461052a" providerId="ADAL" clId="{23AD2B71-142B-4412-B515-82A4DB346E58}" dt="2026-05-08T03:52:52.648" v="2081" actId="113"/>
          <ac:spMkLst>
            <pc:docMk/>
            <pc:sldMk cId="3424259759" sldId="553"/>
            <ac:spMk id="4" creationId="{A3BF0BF2-A205-C813-45C7-DCAECB469440}"/>
          </ac:spMkLst>
        </pc:spChg>
      </pc:sldChg>
      <pc:sldChg chg="modSp add mod">
        <pc:chgData name="Madison Jones" userId="4347cae8-7c2b-4706-9465-46f5e461052a" providerId="ADAL" clId="{23AD2B71-142B-4412-B515-82A4DB346E58}" dt="2026-05-08T03:56:12.471" v="2622" actId="113"/>
        <pc:sldMkLst>
          <pc:docMk/>
          <pc:sldMk cId="921746998" sldId="554"/>
        </pc:sldMkLst>
        <pc:spChg chg="mod">
          <ac:chgData name="Madison Jones" userId="4347cae8-7c2b-4706-9465-46f5e461052a" providerId="ADAL" clId="{23AD2B71-142B-4412-B515-82A4DB346E58}" dt="2026-05-08T03:56:12.471" v="2622" actId="113"/>
          <ac:spMkLst>
            <pc:docMk/>
            <pc:sldMk cId="921746998" sldId="554"/>
            <ac:spMk id="4" creationId="{5DA0C83B-EFCB-96BA-772A-B1BA9ADD21D3}"/>
          </ac:spMkLst>
        </pc:spChg>
      </pc:sldChg>
      <pc:sldChg chg="modSp add mod">
        <pc:chgData name="Madison Jones" userId="4347cae8-7c2b-4706-9465-46f5e461052a" providerId="ADAL" clId="{23AD2B71-142B-4412-B515-82A4DB346E58}" dt="2026-05-08T03:59:16.961" v="2790" actId="20577"/>
        <pc:sldMkLst>
          <pc:docMk/>
          <pc:sldMk cId="315259632" sldId="555"/>
        </pc:sldMkLst>
        <pc:spChg chg="mod">
          <ac:chgData name="Madison Jones" userId="4347cae8-7c2b-4706-9465-46f5e461052a" providerId="ADAL" clId="{23AD2B71-142B-4412-B515-82A4DB346E58}" dt="2026-05-08T03:59:16.961" v="2790" actId="20577"/>
          <ac:spMkLst>
            <pc:docMk/>
            <pc:sldMk cId="315259632" sldId="555"/>
            <ac:spMk id="2" creationId="{90CF5528-C778-5DE4-6FD5-44AB11085F52}"/>
          </ac:spMkLst>
        </pc:spChg>
      </pc:sldChg>
      <pc:sldChg chg="modSp new del mod">
        <pc:chgData name="Madison Jones" userId="4347cae8-7c2b-4706-9465-46f5e461052a" providerId="ADAL" clId="{23AD2B71-142B-4412-B515-82A4DB346E58}" dt="2026-05-08T03:58:45.164" v="2751" actId="2696"/>
        <pc:sldMkLst>
          <pc:docMk/>
          <pc:sldMk cId="1340694965" sldId="555"/>
        </pc:sldMkLst>
        <pc:spChg chg="mod">
          <ac:chgData name="Madison Jones" userId="4347cae8-7c2b-4706-9465-46f5e461052a" providerId="ADAL" clId="{23AD2B71-142B-4412-B515-82A4DB346E58}" dt="2026-05-08T03:58:31.556" v="2749" actId="20577"/>
          <ac:spMkLst>
            <pc:docMk/>
            <pc:sldMk cId="1340694965" sldId="555"/>
            <ac:spMk id="2" creationId="{F74A5330-FB4C-AE28-EA34-669279865663}"/>
          </ac:spMkLst>
        </pc:spChg>
      </pc:sldChg>
      <pc:sldChg chg="modSp add mod">
        <pc:chgData name="Madison Jones" userId="4347cae8-7c2b-4706-9465-46f5e461052a" providerId="ADAL" clId="{23AD2B71-142B-4412-B515-82A4DB346E58}" dt="2026-05-08T03:59:31.513" v="2804" actId="20577"/>
        <pc:sldMkLst>
          <pc:docMk/>
          <pc:sldMk cId="1123971854" sldId="556"/>
        </pc:sldMkLst>
        <pc:spChg chg="mod">
          <ac:chgData name="Madison Jones" userId="4347cae8-7c2b-4706-9465-46f5e461052a" providerId="ADAL" clId="{23AD2B71-142B-4412-B515-82A4DB346E58}" dt="2026-05-08T03:59:31.513" v="2804" actId="20577"/>
          <ac:spMkLst>
            <pc:docMk/>
            <pc:sldMk cId="1123971854" sldId="556"/>
            <ac:spMk id="2" creationId="{BCA4CD5B-21D1-FF3D-C6CE-750DEBB197E1}"/>
          </ac:spMkLst>
        </pc:spChg>
      </pc:sldChg>
      <pc:sldChg chg="modSp new mod">
        <pc:chgData name="Madison Jones" userId="4347cae8-7c2b-4706-9465-46f5e461052a" providerId="ADAL" clId="{23AD2B71-142B-4412-B515-82A4DB346E58}" dt="2026-05-08T04:07:59.856" v="4018" actId="113"/>
        <pc:sldMkLst>
          <pc:docMk/>
          <pc:sldMk cId="1097491652" sldId="557"/>
        </pc:sldMkLst>
        <pc:spChg chg="mod">
          <ac:chgData name="Madison Jones" userId="4347cae8-7c2b-4706-9465-46f5e461052a" providerId="ADAL" clId="{23AD2B71-142B-4412-B515-82A4DB346E58}" dt="2026-05-08T04:00:04.544" v="2815" actId="20577"/>
          <ac:spMkLst>
            <pc:docMk/>
            <pc:sldMk cId="1097491652" sldId="557"/>
            <ac:spMk id="2" creationId="{E850ACB1-F052-B146-63A6-AA667DD72C0E}"/>
          </ac:spMkLst>
        </pc:spChg>
        <pc:spChg chg="mod">
          <ac:chgData name="Madison Jones" userId="4347cae8-7c2b-4706-9465-46f5e461052a" providerId="ADAL" clId="{23AD2B71-142B-4412-B515-82A4DB346E58}" dt="2026-05-08T04:00:23.537" v="2850" actId="20577"/>
          <ac:spMkLst>
            <pc:docMk/>
            <pc:sldMk cId="1097491652" sldId="557"/>
            <ac:spMk id="3" creationId="{6373C51A-4557-B7C9-882C-76561F79E89C}"/>
          </ac:spMkLst>
        </pc:spChg>
        <pc:spChg chg="mod">
          <ac:chgData name="Madison Jones" userId="4347cae8-7c2b-4706-9465-46f5e461052a" providerId="ADAL" clId="{23AD2B71-142B-4412-B515-82A4DB346E58}" dt="2026-05-08T04:07:59.856" v="4018" actId="113"/>
          <ac:spMkLst>
            <pc:docMk/>
            <pc:sldMk cId="1097491652" sldId="557"/>
            <ac:spMk id="4" creationId="{4E90C888-AA0C-54C3-B64A-ECC083204ADB}"/>
          </ac:spMkLst>
        </pc:spChg>
      </pc:sldChg>
      <pc:sldChg chg="addSp delSp modSp new mod">
        <pc:chgData name="Madison Jones" userId="4347cae8-7c2b-4706-9465-46f5e461052a" providerId="ADAL" clId="{23AD2B71-142B-4412-B515-82A4DB346E58}" dt="2026-05-08T04:37:41.448" v="5145" actId="1076"/>
        <pc:sldMkLst>
          <pc:docMk/>
          <pc:sldMk cId="4294745080" sldId="558"/>
        </pc:sldMkLst>
        <pc:spChg chg="del">
          <ac:chgData name="Madison Jones" userId="4347cae8-7c2b-4706-9465-46f5e461052a" providerId="ADAL" clId="{23AD2B71-142B-4412-B515-82A4DB346E58}" dt="2026-05-08T04:36:51.456" v="5125"/>
          <ac:spMkLst>
            <pc:docMk/>
            <pc:sldMk cId="4294745080" sldId="558"/>
            <ac:spMk id="2" creationId="{0D35A062-C699-352C-1CF1-A8DD47679E41}"/>
          </ac:spMkLst>
        </pc:spChg>
        <pc:spChg chg="add mod">
          <ac:chgData name="Madison Jones" userId="4347cae8-7c2b-4706-9465-46f5e461052a" providerId="ADAL" clId="{23AD2B71-142B-4412-B515-82A4DB346E58}" dt="2026-05-08T04:37:36.763" v="5144" actId="1076"/>
          <ac:spMkLst>
            <pc:docMk/>
            <pc:sldMk cId="4294745080" sldId="558"/>
            <ac:spMk id="4" creationId="{7FA8A7CF-76CF-02A1-281A-F015CB7B284C}"/>
          </ac:spMkLst>
        </pc:spChg>
        <pc:picChg chg="add mod">
          <ac:chgData name="Madison Jones" userId="4347cae8-7c2b-4706-9465-46f5e461052a" providerId="ADAL" clId="{23AD2B71-142B-4412-B515-82A4DB346E58}" dt="2026-05-08T04:37:41.448" v="5145" actId="1076"/>
          <ac:picMkLst>
            <pc:docMk/>
            <pc:sldMk cId="4294745080" sldId="558"/>
            <ac:picMk id="3" creationId="{CEB685B0-08B4-FEED-8927-14F5050BD5D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77051E-B811-D949-830F-55D35BA79CE4}"/>
              </a:ext>
            </a:extLst>
          </p:cNvPr>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72EC375-152E-3F4A-8C1A-308E3DFABC4E}"/>
              </a:ext>
            </a:extLst>
          </p:cNvPr>
          <p:cNvSpPr>
            <a:spLocks noGrp="1"/>
          </p:cNvSpPr>
          <p:nvPr>
            <p:ph type="dt" sz="quarter" idx="1"/>
          </p:nvPr>
        </p:nvSpPr>
        <p:spPr>
          <a:xfrm>
            <a:off x="5179484" y="1"/>
            <a:ext cx="3962400" cy="344091"/>
          </a:xfrm>
          <a:prstGeom prst="rect">
            <a:avLst/>
          </a:prstGeom>
        </p:spPr>
        <p:txBody>
          <a:bodyPr vert="horz" lIns="91440" tIns="45720" rIns="91440" bIns="45720" rtlCol="0"/>
          <a:lstStyle>
            <a:lvl1pPr algn="r">
              <a:defRPr sz="1200"/>
            </a:lvl1pPr>
          </a:lstStyle>
          <a:p>
            <a:fld id="{1C830E4C-56B7-2443-B370-610F8D1BCD9C}" type="datetimeFigureOut">
              <a:rPr lang="en-US" smtClean="0"/>
              <a:t>5/8/2026</a:t>
            </a:fld>
            <a:endParaRPr lang="en-US" dirty="0"/>
          </a:p>
        </p:txBody>
      </p:sp>
      <p:sp>
        <p:nvSpPr>
          <p:cNvPr id="4" name="Footer Placeholder 3">
            <a:extLst>
              <a:ext uri="{FF2B5EF4-FFF2-40B4-BE49-F238E27FC236}">
                <a16:creationId xmlns:a16="http://schemas.microsoft.com/office/drawing/2014/main" id="{3DAD90D4-C48B-C647-BA8A-B43CFA99A437}"/>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B40E78B-91EF-F148-8F7B-2AEC532510CB}"/>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F57D0152-5968-C24B-9EC0-2DFF74304A89}" type="slidenum">
              <a:rPr lang="en-US" smtClean="0"/>
              <a:t>‹#›</a:t>
            </a:fld>
            <a:endParaRPr lang="en-US" dirty="0"/>
          </a:p>
        </p:txBody>
      </p:sp>
    </p:spTree>
    <p:extLst>
      <p:ext uri="{BB962C8B-B14F-4D97-AF65-F5344CB8AC3E}">
        <p14:creationId xmlns:p14="http://schemas.microsoft.com/office/powerpoint/2010/main" val="1580248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CBCD2FD1-B169-9B41-A890-0ECD81C3476C}" type="datetimeFigureOut">
              <a:rPr lang="en-US" smtClean="0"/>
              <a:t>5/8/2026</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69943EA-69D9-7E49-97CD-A49926F617C9}" type="slidenum">
              <a:rPr lang="en-US" smtClean="0"/>
              <a:t>‹#›</a:t>
            </a:fld>
            <a:endParaRPr lang="en-US" dirty="0"/>
          </a:p>
        </p:txBody>
      </p:sp>
    </p:spTree>
    <p:extLst>
      <p:ext uri="{BB962C8B-B14F-4D97-AF65-F5344CB8AC3E}">
        <p14:creationId xmlns:p14="http://schemas.microsoft.com/office/powerpoint/2010/main" val="173512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1</a:t>
            </a:fld>
            <a:endParaRPr lang="en-US" dirty="0"/>
          </a:p>
        </p:txBody>
      </p:sp>
    </p:spTree>
    <p:extLst>
      <p:ext uri="{BB962C8B-B14F-4D97-AF65-F5344CB8AC3E}">
        <p14:creationId xmlns:p14="http://schemas.microsoft.com/office/powerpoint/2010/main" val="2467672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d Title Slide">
    <p:bg>
      <p:bgPr>
        <a:solidFill>
          <a:srgbClr val="CC003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74724" y="2777047"/>
            <a:ext cx="10264775" cy="1843238"/>
          </a:xfrm>
        </p:spPr>
        <p:txBody>
          <a:bodyPr lIns="0" tIns="0" rIns="0" bIns="0" anchor="t" anchorCtr="0">
            <a:noAutofit/>
          </a:bodyPr>
          <a:lstStyle>
            <a:lvl1pPr algn="ctr">
              <a:defRPr sz="5800" b="1" i="0">
                <a:solidFill>
                  <a:schemeClr val="bg1"/>
                </a:solidFill>
                <a:latin typeface="+mj-lt"/>
                <a:ea typeface="Tahoma" panose="020B0604030504040204" pitchFamily="34" charset="0"/>
                <a:cs typeface="Tahoma" panose="020B0604030504040204" pitchFamily="34" charset="0"/>
              </a:defRPr>
            </a:lvl1pPr>
          </a:lstStyle>
          <a:p>
            <a:r>
              <a:rPr lang="en-US" dirty="0"/>
              <a:t>Presentation Title</a:t>
            </a:r>
            <a:br>
              <a:rPr lang="en-US" dirty="0"/>
            </a:br>
            <a:r>
              <a:rPr lang="en-US" dirty="0"/>
              <a:t>Goes Here</a:t>
            </a:r>
          </a:p>
        </p:txBody>
      </p: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974724" y="4645761"/>
            <a:ext cx="10264775" cy="407460"/>
          </a:xfrm>
        </p:spPr>
        <p:txBody>
          <a:bodyPr lIns="0" tIns="0" rIns="0" bIns="0">
            <a:noAutofit/>
          </a:bodyPr>
          <a:lstStyle>
            <a:lvl1pPr marL="0" indent="0" algn="ctr">
              <a:buNone/>
              <a:defRPr sz="2400" b="0" i="0">
                <a:solidFill>
                  <a:schemeClr val="bg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Subhead</a:t>
            </a:r>
          </a:p>
        </p:txBody>
      </p:sp>
      <p:sp>
        <p:nvSpPr>
          <p:cNvPr id="6" name="Text Placeholder 15">
            <a:extLst>
              <a:ext uri="{FF2B5EF4-FFF2-40B4-BE49-F238E27FC236}">
                <a16:creationId xmlns:a16="http://schemas.microsoft.com/office/drawing/2014/main" id="{2BBC7A98-1B1E-8545-AABD-0F79723A230C}"/>
              </a:ext>
            </a:extLst>
          </p:cNvPr>
          <p:cNvSpPr>
            <a:spLocks noGrp="1"/>
          </p:cNvSpPr>
          <p:nvPr>
            <p:ph type="body" sz="quarter" idx="10" hasCustomPrompt="1"/>
          </p:nvPr>
        </p:nvSpPr>
        <p:spPr>
          <a:xfrm>
            <a:off x="974724" y="5430411"/>
            <a:ext cx="10264775" cy="463108"/>
          </a:xfrm>
        </p:spPr>
        <p:txBody>
          <a:bodyPr lIns="0" tIns="0" rIns="0" bIns="0">
            <a:noAutofit/>
          </a:bodyPr>
          <a:lstStyle>
            <a:lvl1pPr marL="0" indent="0" algn="ctr">
              <a:buNone/>
              <a:defRPr sz="1800">
                <a:solidFill>
                  <a:schemeClr val="bg1"/>
                </a:solidFill>
                <a:latin typeface="+mn-lt"/>
                <a:ea typeface="Roboto" panose="020000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Month XX, 20XX</a:t>
            </a:r>
          </a:p>
        </p:txBody>
      </p:sp>
      <p:sp>
        <p:nvSpPr>
          <p:cNvPr id="9" name="Picture Placeholder 7" descr="Placeholder image.">
            <a:extLst>
              <a:ext uri="{FF2B5EF4-FFF2-40B4-BE49-F238E27FC236}">
                <a16:creationId xmlns:a16="http://schemas.microsoft.com/office/drawing/2014/main" id="{127CC99D-89B9-36EA-A1D7-E78F085DC07D}"/>
              </a:ext>
            </a:extLst>
          </p:cNvPr>
          <p:cNvSpPr>
            <a:spLocks noGrp="1"/>
          </p:cNvSpPr>
          <p:nvPr>
            <p:ph type="pic" sz="quarter" idx="11"/>
          </p:nvPr>
        </p:nvSpPr>
        <p:spPr>
          <a:xfrm>
            <a:off x="4847844" y="784025"/>
            <a:ext cx="2496312" cy="731520"/>
          </a:xfrm>
        </p:spPr>
        <p:txBody>
          <a:bodyPr/>
          <a:lstStyle/>
          <a:p>
            <a:endParaRPr lang="en-US"/>
          </a:p>
        </p:txBody>
      </p:sp>
      <p:cxnSp>
        <p:nvCxnSpPr>
          <p:cNvPr id="3" name="Straight Connector 2">
            <a:extLst>
              <a:ext uri="{FF2B5EF4-FFF2-40B4-BE49-F238E27FC236}">
                <a16:creationId xmlns:a16="http://schemas.microsoft.com/office/drawing/2014/main" id="{B2B32CA2-330C-DDB4-F1B5-494D9559B9E8}"/>
              </a:ext>
              <a:ext uri="{C183D7F6-B498-43B3-948B-1728B52AA6E4}">
                <adec:decorative xmlns:adec="http://schemas.microsoft.com/office/drawing/2017/decorative" val="1"/>
              </a:ext>
            </a:extLst>
          </p:cNvPr>
          <p:cNvCxnSpPr>
            <a:cxnSpLocks/>
          </p:cNvCxnSpPr>
          <p:nvPr userDrawn="1"/>
        </p:nvCxnSpPr>
        <p:spPr>
          <a:xfrm>
            <a:off x="4838700" y="2079811"/>
            <a:ext cx="2514600" cy="0"/>
          </a:xfrm>
          <a:prstGeom prst="line">
            <a:avLst/>
          </a:prstGeom>
          <a:ln w="2540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7889237"/>
      </p:ext>
    </p:extLst>
  </p:cSld>
  <p:clrMapOvr>
    <a:masterClrMapping/>
  </p:clrMapOvr>
  <p:extLst>
    <p:ext uri="{DCECCB84-F9BA-43D5-87BE-67443E8EF086}">
      <p15:sldGuideLst xmlns:p15="http://schemas.microsoft.com/office/powerpoint/2012/main">
        <p15:guide id="2" pos="600">
          <p15:clr>
            <a:srgbClr val="FBAE40"/>
          </p15:clr>
        </p15:guide>
        <p15:guide id="3" pos="70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d Section Header">
    <p:bg>
      <p:bgPr>
        <a:solidFill>
          <a:srgbClr val="CC003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952500" y="2805221"/>
            <a:ext cx="10286999" cy="759906"/>
          </a:xfrm>
        </p:spPr>
        <p:txBody>
          <a:bodyPr lIns="0" tIns="0" rIns="0" bIns="0" anchor="t" anchorCtr="0">
            <a:noAutofit/>
          </a:bodyPr>
          <a:lstStyle>
            <a:lvl1pPr algn="ctr">
              <a:defRPr sz="5400" b="1">
                <a:solidFill>
                  <a:schemeClr val="bg1"/>
                </a:solidFill>
                <a:latin typeface="+mj-lt"/>
                <a:ea typeface="Roboto Black" panose="02000000000000000000" pitchFamily="2" charset="0"/>
                <a:cs typeface="Arial" panose="020B0604020202020204" pitchFamily="34" charset="0"/>
              </a:defRPr>
            </a:lvl1pPr>
          </a:lstStyle>
          <a:p>
            <a:r>
              <a:rPr lang="en-US" dirty="0"/>
              <a:t>Red Section Header</a:t>
            </a:r>
          </a:p>
        </p:txBody>
      </p: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952500" y="3791876"/>
            <a:ext cx="10286999" cy="407460"/>
          </a:xfrm>
        </p:spPr>
        <p:txBody>
          <a:bodyPr lIns="0" tIns="0" rIns="0" bIns="0">
            <a:noAutofit/>
          </a:bodyPr>
          <a:lstStyle>
            <a:lvl1pPr marL="0" indent="0" algn="ctr">
              <a:buNone/>
              <a:defRPr sz="2400" b="0">
                <a:solidFill>
                  <a:schemeClr val="bg1"/>
                </a:solidFill>
                <a:latin typeface="+mn-lt"/>
                <a:ea typeface="Roboto"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Section Subtitle</a:t>
            </a:r>
          </a:p>
        </p:txBody>
      </p:sp>
    </p:spTree>
    <p:extLst>
      <p:ext uri="{BB962C8B-B14F-4D97-AF65-F5344CB8AC3E}">
        <p14:creationId xmlns:p14="http://schemas.microsoft.com/office/powerpoint/2010/main" val="27212720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600" userDrawn="1">
          <p15:clr>
            <a:srgbClr val="FBAE40"/>
          </p15:clr>
        </p15:guide>
        <p15:guide id="4" pos="70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7013615"/>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Line Title with Bullets">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BE68DE55-0579-EC46-BD52-181870AFB63C}"/>
              </a:ext>
            </a:extLst>
          </p:cNvPr>
          <p:cNvSpPr>
            <a:spLocks noGrp="1"/>
          </p:cNvSpPr>
          <p:nvPr>
            <p:ph type="title" hasCustomPrompt="1"/>
          </p:nvPr>
        </p:nvSpPr>
        <p:spPr>
          <a:xfrm>
            <a:off x="731520" y="548640"/>
            <a:ext cx="9509760" cy="592035"/>
          </a:xfrm>
        </p:spPr>
        <p:txBody>
          <a:bodyPr lIns="0" tIns="0" rIns="0" bIns="0" anchor="t">
            <a:noAutofit/>
          </a:bodyPr>
          <a:lstStyle>
            <a:lvl1pPr>
              <a:lnSpc>
                <a:spcPct val="90000"/>
              </a:lnSpc>
              <a:defRPr>
                <a:latin typeface="+mj-lt"/>
                <a:ea typeface="Roboto" panose="02000000000000000000" pitchFamily="2" charset="0"/>
              </a:defRPr>
            </a:lvl1pPr>
          </a:lstStyle>
          <a:p>
            <a:r>
              <a:rPr lang="en-US" dirty="0"/>
              <a:t>Click to Edit One Line Title with Bullets</a:t>
            </a:r>
          </a:p>
        </p:txBody>
      </p:sp>
      <p:sp>
        <p:nvSpPr>
          <p:cNvPr id="3" name="Text Placeholder 3">
            <a:extLst>
              <a:ext uri="{FF2B5EF4-FFF2-40B4-BE49-F238E27FC236}">
                <a16:creationId xmlns:a16="http://schemas.microsoft.com/office/drawing/2014/main" id="{2D0ECDD9-4CD8-573B-B7B7-D862A423DC94}"/>
              </a:ext>
            </a:extLst>
          </p:cNvPr>
          <p:cNvSpPr>
            <a:spLocks noGrp="1"/>
          </p:cNvSpPr>
          <p:nvPr>
            <p:ph type="body" sz="half" idx="34" hasCustomPrompt="1"/>
          </p:nvPr>
        </p:nvSpPr>
        <p:spPr>
          <a:xfrm>
            <a:off x="731520" y="1143000"/>
            <a:ext cx="9509760" cy="415155"/>
          </a:xfrm>
        </p:spPr>
        <p:txBody>
          <a:bodyPr anchor="t" anchorCtr="0">
            <a:noAutofit/>
          </a:bodyPr>
          <a:lstStyle>
            <a:lvl1pPr marL="0" indent="0" algn="l">
              <a:buNone/>
              <a:defRPr sz="2000" cap="all" spc="200" baseline="0">
                <a:solidFill>
                  <a:schemeClr val="accent1"/>
                </a:solidFill>
              </a:defRPr>
            </a:lvl1pPr>
          </a:lstStyle>
          <a:p>
            <a:pPr lvl="0"/>
            <a:r>
              <a:rPr lang="en-US" dirty="0"/>
              <a:t>Click to edit RED Subhead</a:t>
            </a:r>
          </a:p>
        </p:txBody>
      </p:sp>
      <p:sp>
        <p:nvSpPr>
          <p:cNvPr id="10" name="Content Placeholder 2">
            <a:extLst>
              <a:ext uri="{FF2B5EF4-FFF2-40B4-BE49-F238E27FC236}">
                <a16:creationId xmlns:a16="http://schemas.microsoft.com/office/drawing/2014/main" id="{5DD87B37-65BF-5A59-C884-80B72577A29F}"/>
              </a:ext>
            </a:extLst>
          </p:cNvPr>
          <p:cNvSpPr>
            <a:spLocks noGrp="1"/>
          </p:cNvSpPr>
          <p:nvPr>
            <p:ph idx="10" hasCustomPrompt="1"/>
          </p:nvPr>
        </p:nvSpPr>
        <p:spPr>
          <a:xfrm>
            <a:off x="731520" y="1787488"/>
            <a:ext cx="9509760" cy="4258634"/>
          </a:xfrm>
        </p:spPr>
        <p:txBody>
          <a:bodyPr lIns="0" tIns="0" rIns="0" bIns="0">
            <a:noAutofit/>
          </a:bodyPr>
          <a:lstStyle>
            <a:lvl1pPr marL="228600" indent="-228600">
              <a:buClr>
                <a:schemeClr val="accent1"/>
              </a:buClr>
              <a:buSzPct val="95000"/>
              <a:buFont typeface="Arial" panose="020B0604020202020204" pitchFamily="34" charset="0"/>
              <a:buChar char="•"/>
              <a:defRPr sz="1600">
                <a:latin typeface="+mn-lt"/>
                <a:ea typeface="Roboto" panose="02000000000000000000" pitchFamily="2" charset="0"/>
              </a:defRPr>
            </a:lvl1pPr>
            <a:lvl2pPr marL="685800" indent="-228600">
              <a:buClr>
                <a:schemeClr val="accent1"/>
              </a:buClr>
              <a:buSzPct val="100000"/>
              <a:buFont typeface="Roboto" panose="02000000000000000000" pitchFamily="2" charset="0"/>
              <a:buChar char="–"/>
              <a:defRPr sz="1600">
                <a:latin typeface="+mn-lt"/>
                <a:ea typeface="Roboto" panose="02000000000000000000" pitchFamily="2" charset="0"/>
              </a:defRPr>
            </a:lvl2pPr>
            <a:lvl3pPr marL="1143000" indent="-228600">
              <a:buClr>
                <a:schemeClr val="accent1"/>
              </a:buClr>
              <a:buSzPct val="100000"/>
              <a:buFont typeface="Arial" panose="020B0604020202020204" pitchFamily="34" charset="0"/>
              <a:buChar char="•"/>
              <a:defRPr sz="1600">
                <a:latin typeface="+mn-lt"/>
                <a:ea typeface="Roboto" panose="02000000000000000000" pitchFamily="2" charset="0"/>
              </a:defRPr>
            </a:lvl3pPr>
            <a:lvl4pPr marL="1600200" indent="-228600">
              <a:buClr>
                <a:schemeClr val="tx2"/>
              </a:buClr>
              <a:buSzPct val="100000"/>
              <a:buFont typeface="Arial" panose="020B0604020202020204" pitchFamily="34" charset="0"/>
              <a:buChar char="‒"/>
              <a:defRPr>
                <a:latin typeface="+mn-lt"/>
                <a:ea typeface="Roboto" panose="02000000000000000000" pitchFamily="2" charset="0"/>
              </a:defRPr>
            </a:lvl4pPr>
            <a:lvl5pPr marL="2057400" indent="-228600">
              <a:buClr>
                <a:schemeClr val="tx2"/>
              </a:buClr>
              <a:buSzPct val="100000"/>
              <a:buFont typeface="Arial" panose="020B0604020202020204" pitchFamily="34" charset="0"/>
              <a:buChar char="•"/>
              <a:defRPr>
                <a:latin typeface="+mn-lt"/>
                <a:ea typeface="Roboto"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latin typeface="+mn-lt"/>
              </a:rPr>
              <a:t>Intro copy to go here.</a:t>
            </a:r>
          </a:p>
          <a:p>
            <a:pPr lvl="1">
              <a:buClr>
                <a:schemeClr val="accent1"/>
              </a:buClr>
              <a:buFont typeface="Arial" panose="020B0604020202020204" pitchFamily="34" charset="0"/>
              <a:buChar char="•"/>
            </a:pPr>
            <a:r>
              <a:rPr lang="en-US" dirty="0">
                <a:latin typeface="+mn-lt"/>
              </a:rPr>
              <a:t>Bullet item one</a:t>
            </a:r>
          </a:p>
          <a:p>
            <a:pPr lvl="1">
              <a:buClr>
                <a:schemeClr val="accent1"/>
              </a:buClr>
              <a:buFont typeface="Arial" panose="020B0604020202020204" pitchFamily="34" charset="0"/>
              <a:buChar char="•"/>
            </a:pPr>
            <a:r>
              <a:rPr lang="en-US" dirty="0"/>
              <a:t>Bullet item two</a:t>
            </a:r>
            <a:endParaRPr lang="en-US" dirty="0">
              <a:latin typeface="+mn-lt"/>
            </a:endParaRPr>
          </a:p>
          <a:p>
            <a:pPr lvl="2">
              <a:buClr>
                <a:schemeClr val="accent1"/>
              </a:buClr>
            </a:pPr>
            <a:r>
              <a:rPr lang="en-US" dirty="0">
                <a:latin typeface="+mn-lt"/>
              </a:rPr>
              <a:t>Sub item one</a:t>
            </a:r>
          </a:p>
          <a:p>
            <a:pPr lvl="2">
              <a:buClr>
                <a:schemeClr val="accent1"/>
              </a:buClr>
            </a:pPr>
            <a:r>
              <a:rPr lang="en-US" dirty="0">
                <a:latin typeface="+mn-lt"/>
              </a:rPr>
              <a:t>Sub item two</a:t>
            </a:r>
          </a:p>
          <a:p>
            <a:pPr lvl="1">
              <a:buClr>
                <a:schemeClr val="accent1"/>
              </a:buClr>
              <a:buFont typeface="Arial" panose="020B0604020202020204" pitchFamily="34" charset="0"/>
              <a:buChar char="•"/>
            </a:pPr>
            <a:r>
              <a:rPr lang="en-US" dirty="0">
                <a:latin typeface="+mn-lt"/>
              </a:rPr>
              <a:t>Bullet item three</a:t>
            </a:r>
          </a:p>
        </p:txBody>
      </p:sp>
      <p:sp>
        <p:nvSpPr>
          <p:cNvPr id="7" name="Rectangle 6">
            <a:extLst>
              <a:ext uri="{FF2B5EF4-FFF2-40B4-BE49-F238E27FC236}">
                <a16:creationId xmlns:a16="http://schemas.microsoft.com/office/drawing/2014/main" id="{45BAC4B4-565E-FB10-3C0E-648A3FE5EFE8}"/>
              </a:ext>
              <a:ext uri="{C183D7F6-B498-43B3-948B-1728B52AA6E4}">
                <adec:decorative xmlns:adec="http://schemas.microsoft.com/office/drawing/2017/decorative" val="1"/>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9" name="Picture 8">
            <a:extLst>
              <a:ext uri="{FF2B5EF4-FFF2-40B4-BE49-F238E27FC236}">
                <a16:creationId xmlns:a16="http://schemas.microsoft.com/office/drawing/2014/main" id="{B26D280C-CCA1-116B-F5FF-EB32813CF97D}"/>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2" name="Oval 11">
            <a:extLst>
              <a:ext uri="{FF2B5EF4-FFF2-40B4-BE49-F238E27FC236}">
                <a16:creationId xmlns:a16="http://schemas.microsoft.com/office/drawing/2014/main" id="{F206A0EF-437B-1AA4-E976-65DBE3C9FE9D}"/>
              </a:ext>
              <a:ext uri="{C183D7F6-B498-43B3-948B-1728B52AA6E4}">
                <adec:decorative xmlns:adec="http://schemas.microsoft.com/office/drawing/2017/decorative" val="1"/>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A1E9102-3200-3A4F-979C-CF12D94DACB8}"/>
              </a:ext>
              <a:ext uri="{C183D7F6-B498-43B3-948B-1728B52AA6E4}">
                <adec:decorative xmlns:adec="http://schemas.microsoft.com/office/drawing/2017/decorative" val="1"/>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a:solidFill>
                <a:schemeClr val="bg1"/>
              </a:solidFill>
              <a:latin typeface="+mn-lt"/>
              <a:ea typeface="Tahoma" panose="020B0604030504040204" pitchFamily="34" charset="0"/>
              <a:cs typeface="Tahoma" panose="020B0604030504040204" pitchFamily="34" charset="0"/>
            </a:endParaRPr>
          </a:p>
        </p:txBody>
      </p:sp>
      <p:sp>
        <p:nvSpPr>
          <p:cNvPr id="2" name="Footer Placeholder 4">
            <a:extLst>
              <a:ext uri="{FF2B5EF4-FFF2-40B4-BE49-F238E27FC236}">
                <a16:creationId xmlns:a16="http://schemas.microsoft.com/office/drawing/2014/main" id="{CEE2E1CE-021C-1C0C-6C3E-D2E3E3D892E3}"/>
              </a:ext>
              <a:ext uri="{C183D7F6-B498-43B3-948B-1728B52AA6E4}">
                <adec:decorative xmlns:adec="http://schemas.microsoft.com/office/drawing/2017/decorative" val="1"/>
              </a:ext>
            </a:extLst>
          </p:cNvPr>
          <p:cNvSpPr>
            <a:spLocks noGrp="1"/>
          </p:cNvSpPr>
          <p:nvPr>
            <p:ph type="ftr" sz="quarter" idx="3"/>
          </p:nvPr>
        </p:nvSpPr>
        <p:spPr>
          <a:xfrm>
            <a:off x="3216441" y="6428232"/>
            <a:ext cx="8101263" cy="365125"/>
          </a:xfrm>
          <a:prstGeom prst="rect">
            <a:avLst/>
          </a:prstGeom>
        </p:spPr>
        <p:txBody>
          <a:bodyPr vert="horz" lIns="91440" tIns="45720" rIns="91440" bIns="45720" rtlCol="0" anchor="ctr"/>
          <a:lstStyle>
            <a:lvl1pPr algn="r">
              <a:defRPr sz="1000" b="0">
                <a:solidFill>
                  <a:schemeClr val="bg1"/>
                </a:solidFill>
              </a:defRPr>
            </a:lvl1pPr>
          </a:lstStyle>
          <a:p>
            <a:r>
              <a:rPr lang="en-US"/>
              <a:t>View &gt;&gt; Header and Footer &gt;&gt; Add Unit, Office, or Department Name</a:t>
            </a:r>
          </a:p>
        </p:txBody>
      </p:sp>
    </p:spTree>
    <p:extLst>
      <p:ext uri="{BB962C8B-B14F-4D97-AF65-F5344CB8AC3E}">
        <p14:creationId xmlns:p14="http://schemas.microsoft.com/office/powerpoint/2010/main" val="691165391"/>
      </p:ext>
    </p:extLst>
  </p:cSld>
  <p:clrMapOvr>
    <a:masterClrMapping/>
  </p:clrMapOvr>
  <p:extLst>
    <p:ext uri="{DCECCB84-F9BA-43D5-87BE-67443E8EF086}">
      <p15:sldGuideLst xmlns:p15="http://schemas.microsoft.com/office/powerpoint/2012/main">
        <p15:guide id="1" orient="horz" pos="336" userDrawn="1">
          <p15:clr>
            <a:srgbClr val="FBAE40"/>
          </p15:clr>
        </p15:guide>
        <p15:guide id="2" pos="456" userDrawn="1">
          <p15:clr>
            <a:srgbClr val="FBAE40"/>
          </p15:clr>
        </p15:guide>
        <p15:guide id="3" pos="6456" userDrawn="1">
          <p15:clr>
            <a:srgbClr val="FBAE40"/>
          </p15:clr>
        </p15:guide>
        <p15:guide id="4" pos="3840" userDrawn="1">
          <p15:clr>
            <a:srgbClr val="FBAE40"/>
          </p15:clr>
        </p15:guide>
        <p15:guide id="7" orient="horz"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peakers">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7C3D46F0-0006-469D-9C96-A2B5BF708743}"/>
              </a:ext>
            </a:extLst>
          </p:cNvPr>
          <p:cNvSpPr>
            <a:spLocks noGrp="1"/>
          </p:cNvSpPr>
          <p:nvPr>
            <p:ph type="title" hasCustomPrompt="1"/>
          </p:nvPr>
        </p:nvSpPr>
        <p:spPr>
          <a:xfrm>
            <a:off x="731520" y="544441"/>
            <a:ext cx="9509760" cy="574781"/>
          </a:xfrm>
        </p:spPr>
        <p:txBody>
          <a:bodyPr lIns="0" tIns="0" rIns="0" bIns="0" anchor="t" anchorCtr="0">
            <a:noAutofit/>
          </a:bodyPr>
          <a:lstStyle>
            <a:lvl1pPr>
              <a:defRPr>
                <a:latin typeface="+mj-lt"/>
                <a:ea typeface="Roboto" panose="02000000000000000000" pitchFamily="2" charset="0"/>
              </a:defRPr>
            </a:lvl1pPr>
          </a:lstStyle>
          <a:p>
            <a:r>
              <a:rPr lang="en-US" dirty="0"/>
              <a:t>Click to Edit Two Column Speaker Title</a:t>
            </a:r>
          </a:p>
        </p:txBody>
      </p:sp>
      <p:sp>
        <p:nvSpPr>
          <p:cNvPr id="39" name="Text Placeholder 3">
            <a:extLst>
              <a:ext uri="{FF2B5EF4-FFF2-40B4-BE49-F238E27FC236}">
                <a16:creationId xmlns:a16="http://schemas.microsoft.com/office/drawing/2014/main" id="{4E58F92B-809C-CC06-DD7F-BFC2F79A4A4D}"/>
              </a:ext>
            </a:extLst>
          </p:cNvPr>
          <p:cNvSpPr>
            <a:spLocks noGrp="1"/>
          </p:cNvSpPr>
          <p:nvPr>
            <p:ph type="body" sz="half" idx="34" hasCustomPrompt="1"/>
          </p:nvPr>
        </p:nvSpPr>
        <p:spPr>
          <a:xfrm>
            <a:off x="731520" y="1143000"/>
            <a:ext cx="9509760" cy="415155"/>
          </a:xfrm>
        </p:spPr>
        <p:txBody>
          <a:bodyPr anchor="t" anchorCtr="0">
            <a:noAutofit/>
          </a:bodyPr>
          <a:lstStyle>
            <a:lvl1pPr marL="0" indent="0" algn="l">
              <a:buNone/>
              <a:defRPr sz="2000" cap="all" spc="200" baseline="0">
                <a:solidFill>
                  <a:schemeClr val="accent1"/>
                </a:solidFill>
              </a:defRPr>
            </a:lvl1pPr>
          </a:lstStyle>
          <a:p>
            <a:pPr lvl="0"/>
            <a:r>
              <a:rPr lang="en-US" dirty="0"/>
              <a:t>Click to edit RED Subhead</a:t>
            </a:r>
          </a:p>
        </p:txBody>
      </p:sp>
      <p:sp>
        <p:nvSpPr>
          <p:cNvPr id="4" name="Picture Placeholder 4" descr="Round placeholder image.">
            <a:extLst>
              <a:ext uri="{FF2B5EF4-FFF2-40B4-BE49-F238E27FC236}">
                <a16:creationId xmlns:a16="http://schemas.microsoft.com/office/drawing/2014/main" id="{91AAE0CB-9CB9-ADD1-4FF0-FF4995FF5ADE}"/>
              </a:ext>
            </a:extLst>
          </p:cNvPr>
          <p:cNvSpPr>
            <a:spLocks noGrp="1"/>
          </p:cNvSpPr>
          <p:nvPr>
            <p:ph type="pic" sz="quarter" idx="27"/>
          </p:nvPr>
        </p:nvSpPr>
        <p:spPr>
          <a:xfrm>
            <a:off x="2854224" y="2046477"/>
            <a:ext cx="1746504" cy="1746504"/>
          </a:xfrm>
          <a:prstGeom prst="ellipse">
            <a:avLst/>
          </a:prstGeom>
          <a:solidFill>
            <a:schemeClr val="bg2">
              <a:lumMod val="40000"/>
              <a:lumOff val="60000"/>
            </a:schemeClr>
          </a:solidFill>
        </p:spPr>
        <p:txBody>
          <a:bodyPr anchor="ctr" anchorCtr="0"/>
          <a:lstStyle>
            <a:lvl1pPr marL="0" indent="0" algn="ctr">
              <a:buNone/>
              <a:defRPr sz="1600" b="0" i="0">
                <a:solidFill>
                  <a:schemeClr val="accent2"/>
                </a:solidFill>
                <a:latin typeface="+mn-lt"/>
                <a:cs typeface="Arial" panose="020B0604020202020204" pitchFamily="34" charset="0"/>
              </a:defRPr>
            </a:lvl1pPr>
          </a:lstStyle>
          <a:p>
            <a:endParaRPr lang="en-US" dirty="0"/>
          </a:p>
        </p:txBody>
      </p:sp>
      <p:sp>
        <p:nvSpPr>
          <p:cNvPr id="3" name="Text Placeholder 3">
            <a:extLst>
              <a:ext uri="{FF2B5EF4-FFF2-40B4-BE49-F238E27FC236}">
                <a16:creationId xmlns:a16="http://schemas.microsoft.com/office/drawing/2014/main" id="{E66D5B3B-5D2F-00F6-ABA6-CC4639582633}"/>
              </a:ext>
            </a:extLst>
          </p:cNvPr>
          <p:cNvSpPr>
            <a:spLocks noGrp="1"/>
          </p:cNvSpPr>
          <p:nvPr>
            <p:ph type="body" sz="half" idx="16" hasCustomPrompt="1"/>
          </p:nvPr>
        </p:nvSpPr>
        <p:spPr>
          <a:xfrm>
            <a:off x="1977632" y="4091187"/>
            <a:ext cx="3499689" cy="536331"/>
          </a:xfrm>
        </p:spPr>
        <p:txBody>
          <a:bodyPr>
            <a:noAutofit/>
          </a:bodyPr>
          <a:lstStyle>
            <a:lvl1pPr marL="0" indent="0" algn="ctr">
              <a:spcBef>
                <a:spcPts val="0"/>
              </a:spcBef>
              <a:buNone/>
              <a:defRPr sz="1600" b="1" u="none">
                <a:effectLst/>
              </a:defRPr>
            </a:lvl1pPr>
          </a:lstStyle>
          <a:p>
            <a:pPr lvl="0"/>
            <a:r>
              <a:rPr lang="en-US" dirty="0"/>
              <a:t>First Name Last Name</a:t>
            </a:r>
            <a:br>
              <a:rPr lang="en-US" dirty="0"/>
            </a:br>
            <a:r>
              <a:rPr lang="en-US" dirty="0"/>
              <a:t>Title</a:t>
            </a:r>
          </a:p>
        </p:txBody>
      </p:sp>
      <p:sp>
        <p:nvSpPr>
          <p:cNvPr id="5" name="Text Placeholder 3">
            <a:extLst>
              <a:ext uri="{FF2B5EF4-FFF2-40B4-BE49-F238E27FC236}">
                <a16:creationId xmlns:a16="http://schemas.microsoft.com/office/drawing/2014/main" id="{7A91581E-29B3-C252-56F1-14680E52F4DA}"/>
              </a:ext>
            </a:extLst>
          </p:cNvPr>
          <p:cNvSpPr>
            <a:spLocks noGrp="1"/>
          </p:cNvSpPr>
          <p:nvPr>
            <p:ph type="body" sz="half" idx="35" hasCustomPrompt="1"/>
          </p:nvPr>
        </p:nvSpPr>
        <p:spPr>
          <a:xfrm>
            <a:off x="1984247" y="4723046"/>
            <a:ext cx="3499689" cy="1298448"/>
          </a:xfrm>
        </p:spPr>
        <p:txBody>
          <a:bodyPr>
            <a:noAutofit/>
          </a:bodyPr>
          <a:lstStyle>
            <a:lvl1pPr marL="0" indent="0" algn="ctr">
              <a:spcBef>
                <a:spcPts val="0"/>
              </a:spcBef>
              <a:buNone/>
              <a:defRPr sz="1600" b="0"/>
            </a:lvl1pPr>
          </a:lstStyle>
          <a:p>
            <a:r>
              <a:rPr lang="en-US" dirty="0"/>
              <a:t>Supporting text.</a:t>
            </a:r>
            <a:endParaRPr lang="en-US" dirty="0">
              <a:effectLst/>
            </a:endParaRPr>
          </a:p>
        </p:txBody>
      </p:sp>
      <p:sp>
        <p:nvSpPr>
          <p:cNvPr id="9" name="Rectangle 8">
            <a:extLst>
              <a:ext uri="{FF2B5EF4-FFF2-40B4-BE49-F238E27FC236}">
                <a16:creationId xmlns:a16="http://schemas.microsoft.com/office/drawing/2014/main" id="{FA19EA62-45D4-A473-2CFC-47219E14BD8C}"/>
              </a:ext>
              <a:ext uri="{C183D7F6-B498-43B3-948B-1728B52AA6E4}">
                <adec:decorative xmlns:adec="http://schemas.microsoft.com/office/drawing/2017/decorative" val="1"/>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10" name="Picture 9">
            <a:extLst>
              <a:ext uri="{FF2B5EF4-FFF2-40B4-BE49-F238E27FC236}">
                <a16:creationId xmlns:a16="http://schemas.microsoft.com/office/drawing/2014/main" id="{32D92C8A-804B-7B37-EB5E-F47DA3C72FF7}"/>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2" name="Footer Placeholder 4">
            <a:extLst>
              <a:ext uri="{FF2B5EF4-FFF2-40B4-BE49-F238E27FC236}">
                <a16:creationId xmlns:a16="http://schemas.microsoft.com/office/drawing/2014/main" id="{F4E9D056-BE96-7B10-1722-9014606D268E}"/>
              </a:ext>
              <a:ext uri="{C183D7F6-B498-43B3-948B-1728B52AA6E4}">
                <adec:decorative xmlns:adec="http://schemas.microsoft.com/office/drawing/2017/decorative" val="1"/>
              </a:ext>
            </a:extLst>
          </p:cNvPr>
          <p:cNvSpPr>
            <a:spLocks noGrp="1"/>
          </p:cNvSpPr>
          <p:nvPr>
            <p:ph type="ftr" sz="quarter" idx="3"/>
          </p:nvPr>
        </p:nvSpPr>
        <p:spPr>
          <a:xfrm>
            <a:off x="3216441" y="6428232"/>
            <a:ext cx="8101263" cy="365125"/>
          </a:xfrm>
          <a:prstGeom prst="rect">
            <a:avLst/>
          </a:prstGeom>
        </p:spPr>
        <p:txBody>
          <a:bodyPr vert="horz" lIns="91440" tIns="45720" rIns="91440" bIns="45720" rtlCol="0" anchor="ctr"/>
          <a:lstStyle>
            <a:lvl1pPr algn="r">
              <a:defRPr sz="1000" b="0">
                <a:solidFill>
                  <a:schemeClr val="bg1"/>
                </a:solidFill>
              </a:defRPr>
            </a:lvl1pPr>
          </a:lstStyle>
          <a:p>
            <a:r>
              <a:rPr lang="en-US"/>
              <a:t>View &gt;&gt; Header and Footer &gt;&gt; Add Unit, Office, or Department Name</a:t>
            </a:r>
          </a:p>
        </p:txBody>
      </p:sp>
      <p:sp>
        <p:nvSpPr>
          <p:cNvPr id="13" name="Oval 12">
            <a:extLst>
              <a:ext uri="{FF2B5EF4-FFF2-40B4-BE49-F238E27FC236}">
                <a16:creationId xmlns:a16="http://schemas.microsoft.com/office/drawing/2014/main" id="{EA7B91F9-361B-AA3B-3AB3-4FBB4C622E0D}"/>
              </a:ext>
              <a:ext uri="{C183D7F6-B498-43B3-948B-1728B52AA6E4}">
                <adec:decorative xmlns:adec="http://schemas.microsoft.com/office/drawing/2017/decorative" val="1"/>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5FC3C6D-5DB8-1208-F395-ED6DC09C66B2}"/>
              </a:ext>
              <a:ext uri="{C183D7F6-B498-43B3-948B-1728B52AA6E4}">
                <adec:decorative xmlns:adec="http://schemas.microsoft.com/office/drawing/2017/decorative" val="1"/>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a:solidFill>
                <a:schemeClr val="bg1"/>
              </a:solidFill>
              <a:latin typeface="+mn-lt"/>
              <a:ea typeface="Tahoma" panose="020B0604030504040204" pitchFamily="34" charset="0"/>
              <a:cs typeface="Tahoma" panose="020B0604030504040204" pitchFamily="34" charset="0"/>
            </a:endParaRPr>
          </a:p>
        </p:txBody>
      </p:sp>
      <p:sp>
        <p:nvSpPr>
          <p:cNvPr id="6" name="Picture Placeholder 4" descr="Round placeholder image.">
            <a:extLst>
              <a:ext uri="{FF2B5EF4-FFF2-40B4-BE49-F238E27FC236}">
                <a16:creationId xmlns:a16="http://schemas.microsoft.com/office/drawing/2014/main" id="{C43965C4-03F2-331E-3EF9-1F3EF347F0E5}"/>
              </a:ext>
            </a:extLst>
          </p:cNvPr>
          <p:cNvSpPr>
            <a:spLocks noGrp="1"/>
          </p:cNvSpPr>
          <p:nvPr>
            <p:ph type="pic" sz="quarter" idx="28"/>
          </p:nvPr>
        </p:nvSpPr>
        <p:spPr>
          <a:xfrm>
            <a:off x="7596494" y="2048256"/>
            <a:ext cx="1746504" cy="1746504"/>
          </a:xfrm>
          <a:prstGeom prst="ellipse">
            <a:avLst/>
          </a:prstGeom>
          <a:solidFill>
            <a:schemeClr val="bg2">
              <a:lumMod val="40000"/>
              <a:lumOff val="60000"/>
            </a:schemeClr>
          </a:solidFill>
        </p:spPr>
        <p:txBody>
          <a:bodyPr anchor="ctr" anchorCtr="0"/>
          <a:lstStyle>
            <a:lvl1pPr marL="0" indent="0" algn="ctr">
              <a:buNone/>
              <a:defRPr sz="1600" b="0" i="0">
                <a:solidFill>
                  <a:schemeClr val="accent2"/>
                </a:solidFill>
                <a:latin typeface="+mn-lt"/>
                <a:cs typeface="Arial" panose="020B0604020202020204" pitchFamily="34" charset="0"/>
              </a:defRPr>
            </a:lvl1pPr>
          </a:lstStyle>
          <a:p>
            <a:endParaRPr lang="en-US" dirty="0"/>
          </a:p>
        </p:txBody>
      </p:sp>
      <p:sp>
        <p:nvSpPr>
          <p:cNvPr id="18" name="Text Placeholder 3">
            <a:extLst>
              <a:ext uri="{FF2B5EF4-FFF2-40B4-BE49-F238E27FC236}">
                <a16:creationId xmlns:a16="http://schemas.microsoft.com/office/drawing/2014/main" id="{F3DBC5BE-4651-FAA8-9924-6744580811C0}"/>
              </a:ext>
            </a:extLst>
          </p:cNvPr>
          <p:cNvSpPr>
            <a:spLocks noGrp="1"/>
          </p:cNvSpPr>
          <p:nvPr>
            <p:ph type="body" sz="half" idx="33" hasCustomPrompt="1"/>
          </p:nvPr>
        </p:nvSpPr>
        <p:spPr>
          <a:xfrm>
            <a:off x="6706833" y="4090831"/>
            <a:ext cx="3525827" cy="536331"/>
          </a:xfrm>
        </p:spPr>
        <p:txBody>
          <a:bodyPr>
            <a:noAutofit/>
          </a:bodyPr>
          <a:lstStyle>
            <a:lvl1pPr marL="0" indent="0" algn="ctr">
              <a:spcBef>
                <a:spcPts val="0"/>
              </a:spcBef>
              <a:buNone/>
              <a:defRPr sz="1600" b="1"/>
            </a:lvl1pPr>
          </a:lstStyle>
          <a:p>
            <a:pPr lvl="0"/>
            <a:r>
              <a:rPr lang="en-US" dirty="0"/>
              <a:t>First Name Last Name</a:t>
            </a:r>
            <a:br>
              <a:rPr lang="en-US" dirty="0"/>
            </a:br>
            <a:r>
              <a:rPr lang="en-US" dirty="0"/>
              <a:t>Title</a:t>
            </a:r>
          </a:p>
        </p:txBody>
      </p:sp>
      <p:sp>
        <p:nvSpPr>
          <p:cNvPr id="17" name="Text Placeholder 3">
            <a:extLst>
              <a:ext uri="{FF2B5EF4-FFF2-40B4-BE49-F238E27FC236}">
                <a16:creationId xmlns:a16="http://schemas.microsoft.com/office/drawing/2014/main" id="{0759D82D-D3DF-5E96-F952-AB55317E00D8}"/>
              </a:ext>
            </a:extLst>
          </p:cNvPr>
          <p:cNvSpPr>
            <a:spLocks noGrp="1"/>
          </p:cNvSpPr>
          <p:nvPr>
            <p:ph type="body" sz="half" idx="32" hasCustomPrompt="1"/>
          </p:nvPr>
        </p:nvSpPr>
        <p:spPr>
          <a:xfrm>
            <a:off x="6706833" y="4723046"/>
            <a:ext cx="3525827" cy="1298448"/>
          </a:xfrm>
        </p:spPr>
        <p:txBody>
          <a:bodyPr anchor="t" anchorCtr="1">
            <a:noAutofit/>
          </a:bodyPr>
          <a:lstStyle>
            <a:lvl1pPr marL="0" indent="0" algn="ctr">
              <a:buNone/>
              <a:defRPr sz="1600"/>
            </a:lvl1pPr>
          </a:lstStyle>
          <a:p>
            <a:pPr lvl="0"/>
            <a:r>
              <a:rPr lang="en-US" dirty="0"/>
              <a:t>Supporting text.</a:t>
            </a:r>
          </a:p>
        </p:txBody>
      </p:sp>
      <p:cxnSp>
        <p:nvCxnSpPr>
          <p:cNvPr id="2" name="Straight Connector 1">
            <a:extLst>
              <a:ext uri="{FF2B5EF4-FFF2-40B4-BE49-F238E27FC236}">
                <a16:creationId xmlns:a16="http://schemas.microsoft.com/office/drawing/2014/main" id="{C615A80B-B47C-AD5A-EEEB-76DA20029A04}"/>
              </a:ext>
              <a:ext uri="{C183D7F6-B498-43B3-948B-1728B52AA6E4}">
                <adec:decorative xmlns:adec="http://schemas.microsoft.com/office/drawing/2017/decorative" val="1"/>
              </a:ext>
            </a:extLst>
          </p:cNvPr>
          <p:cNvCxnSpPr>
            <a:cxnSpLocks/>
          </p:cNvCxnSpPr>
          <p:nvPr userDrawn="1"/>
        </p:nvCxnSpPr>
        <p:spPr>
          <a:xfrm>
            <a:off x="6094769" y="2070801"/>
            <a:ext cx="1231" cy="3886200"/>
          </a:xfrm>
          <a:prstGeom prst="line">
            <a:avLst/>
          </a:prstGeom>
          <a:ln w="2540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593825"/>
      </p:ext>
    </p:extLst>
  </p:cSld>
  <p:clrMapOvr>
    <a:masterClrMapping/>
  </p:clrMapOvr>
  <p:extLst>
    <p:ext uri="{DCECCB84-F9BA-43D5-87BE-67443E8EF086}">
      <p15:sldGuideLst xmlns:p15="http://schemas.microsoft.com/office/powerpoint/2012/main">
        <p15:guide id="1" orient="horz" pos="2424" userDrawn="1">
          <p15:clr>
            <a:srgbClr val="FBAE40"/>
          </p15:clr>
        </p15:guide>
        <p15:guide id="2" pos="456" userDrawn="1">
          <p15:clr>
            <a:srgbClr val="FBAE40"/>
          </p15:clr>
        </p15:guide>
        <p15:guide id="3" pos="7224" userDrawn="1">
          <p15:clr>
            <a:srgbClr val="FBAE40"/>
          </p15:clr>
        </p15:guide>
        <p15:guide id="4" pos="3840">
          <p15:clr>
            <a:srgbClr val="FBAE40"/>
          </p15:clr>
        </p15:guide>
        <p15:guide id="5" orient="horz" pos="1272" userDrawn="1">
          <p15:clr>
            <a:srgbClr val="FBAE40"/>
          </p15:clr>
        </p15:guide>
        <p15:guide id="6" orient="horz" pos="3696" userDrawn="1">
          <p15:clr>
            <a:srgbClr val="FBAE40"/>
          </p15:clr>
        </p15:guide>
        <p15:guide id="7" orient="horz" pos="3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62D2F673-8F81-4982-AA66-35312BF3859C}"/>
              </a:ext>
            </a:extLst>
          </p:cNvPr>
          <p:cNvSpPr>
            <a:spLocks noGrp="1"/>
          </p:cNvSpPr>
          <p:nvPr>
            <p:ph type="title" hasCustomPrompt="1"/>
          </p:nvPr>
        </p:nvSpPr>
        <p:spPr>
          <a:xfrm>
            <a:off x="731519" y="548640"/>
            <a:ext cx="10286995" cy="576072"/>
          </a:xfrm>
        </p:spPr>
        <p:txBody>
          <a:bodyPr lIns="0" tIns="0" rIns="0" bIns="0" anchor="t" anchorCtr="0">
            <a:noAutofit/>
          </a:bodyPr>
          <a:lstStyle>
            <a:lvl1pPr>
              <a:defRPr>
                <a:latin typeface="+mj-lt"/>
                <a:ea typeface="Roboto" panose="02000000000000000000" pitchFamily="2" charset="0"/>
              </a:defRPr>
            </a:lvl1pPr>
          </a:lstStyle>
          <a:p>
            <a:r>
              <a:rPr lang="en-US" dirty="0"/>
              <a:t>Click to Edit Two Column Layout Title</a:t>
            </a:r>
          </a:p>
        </p:txBody>
      </p:sp>
      <p:sp>
        <p:nvSpPr>
          <p:cNvPr id="13" name="Text Placeholder 3">
            <a:extLst>
              <a:ext uri="{FF2B5EF4-FFF2-40B4-BE49-F238E27FC236}">
                <a16:creationId xmlns:a16="http://schemas.microsoft.com/office/drawing/2014/main" id="{21D38215-D01C-30CC-6DDD-F7C50C9751BD}"/>
              </a:ext>
            </a:extLst>
          </p:cNvPr>
          <p:cNvSpPr>
            <a:spLocks noGrp="1"/>
          </p:cNvSpPr>
          <p:nvPr>
            <p:ph type="body" sz="half" idx="34" hasCustomPrompt="1"/>
          </p:nvPr>
        </p:nvSpPr>
        <p:spPr>
          <a:xfrm>
            <a:off x="731520" y="1143000"/>
            <a:ext cx="10286996" cy="415155"/>
          </a:xfrm>
        </p:spPr>
        <p:txBody>
          <a:bodyPr anchor="t" anchorCtr="0">
            <a:noAutofit/>
          </a:bodyPr>
          <a:lstStyle>
            <a:lvl1pPr marL="0" indent="0" algn="l">
              <a:buNone/>
              <a:defRPr sz="2000" cap="all" spc="200" baseline="0">
                <a:solidFill>
                  <a:schemeClr val="accent1"/>
                </a:solidFill>
              </a:defRPr>
            </a:lvl1pPr>
          </a:lstStyle>
          <a:p>
            <a:pPr lvl="0"/>
            <a:r>
              <a:rPr lang="en-US" dirty="0"/>
              <a:t>Click to edit RED Subhead</a:t>
            </a:r>
          </a:p>
        </p:txBody>
      </p:sp>
      <p:sp>
        <p:nvSpPr>
          <p:cNvPr id="6" name="Text Placeholder 3">
            <a:extLst>
              <a:ext uri="{FF2B5EF4-FFF2-40B4-BE49-F238E27FC236}">
                <a16:creationId xmlns:a16="http://schemas.microsoft.com/office/drawing/2014/main" id="{C0E7D05F-EDA5-F88B-C1D4-22B6D3BA1B4C}"/>
              </a:ext>
            </a:extLst>
          </p:cNvPr>
          <p:cNvSpPr>
            <a:spLocks noGrp="1"/>
          </p:cNvSpPr>
          <p:nvPr>
            <p:ph type="body" sz="half" idx="36" hasCustomPrompt="1"/>
          </p:nvPr>
        </p:nvSpPr>
        <p:spPr>
          <a:xfrm>
            <a:off x="731520" y="1834468"/>
            <a:ext cx="4902497" cy="625873"/>
          </a:xfrm>
        </p:spPr>
        <p:txBody>
          <a:bodyPr>
            <a:noAutofit/>
          </a:bodyPr>
          <a:lstStyle>
            <a:lvl1pPr marL="0" indent="0">
              <a:buNone/>
              <a:defRPr sz="1800" b="1"/>
            </a:lvl1pPr>
          </a:lstStyle>
          <a:p>
            <a:pPr lvl="0"/>
            <a:r>
              <a:rPr lang="en-US" dirty="0"/>
              <a:t>Click to edit column header</a:t>
            </a:r>
          </a:p>
        </p:txBody>
      </p:sp>
      <p:sp>
        <p:nvSpPr>
          <p:cNvPr id="3" name="Text Placeholder 3">
            <a:extLst>
              <a:ext uri="{FF2B5EF4-FFF2-40B4-BE49-F238E27FC236}">
                <a16:creationId xmlns:a16="http://schemas.microsoft.com/office/drawing/2014/main" id="{D26029E8-1F3D-194F-4A6D-6A5D4404E19B}"/>
              </a:ext>
            </a:extLst>
          </p:cNvPr>
          <p:cNvSpPr>
            <a:spLocks noGrp="1"/>
          </p:cNvSpPr>
          <p:nvPr>
            <p:ph type="body" sz="half" idx="17" hasCustomPrompt="1"/>
          </p:nvPr>
        </p:nvSpPr>
        <p:spPr>
          <a:xfrm>
            <a:off x="731518" y="2485187"/>
            <a:ext cx="4902487" cy="3415853"/>
          </a:xfrm>
        </p:spPr>
        <p:txBody>
          <a:bodyPr>
            <a:noAutofit/>
          </a:bodyPr>
          <a:lstStyle>
            <a:lvl1pPr marL="0" indent="0">
              <a:buNone/>
              <a:defRPr sz="1600"/>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column text</a:t>
            </a:r>
          </a:p>
        </p:txBody>
      </p:sp>
      <p:sp>
        <p:nvSpPr>
          <p:cNvPr id="18" name="Text Placeholder 3">
            <a:extLst>
              <a:ext uri="{FF2B5EF4-FFF2-40B4-BE49-F238E27FC236}">
                <a16:creationId xmlns:a16="http://schemas.microsoft.com/office/drawing/2014/main" id="{59DAF8F5-0C65-16E6-A866-F8BC276B1981}"/>
              </a:ext>
            </a:extLst>
          </p:cNvPr>
          <p:cNvSpPr>
            <a:spLocks noGrp="1"/>
          </p:cNvSpPr>
          <p:nvPr>
            <p:ph type="body" sz="half" idx="38" hasCustomPrompt="1"/>
          </p:nvPr>
        </p:nvSpPr>
        <p:spPr>
          <a:xfrm>
            <a:off x="6554931" y="1828726"/>
            <a:ext cx="4902497" cy="625873"/>
          </a:xfrm>
        </p:spPr>
        <p:txBody>
          <a:bodyPr>
            <a:noAutofit/>
          </a:bodyPr>
          <a:lstStyle>
            <a:lvl1pPr marL="0" indent="0">
              <a:buNone/>
              <a:defRPr sz="1800" b="1"/>
            </a:lvl1pPr>
          </a:lstStyle>
          <a:p>
            <a:pPr lvl="0"/>
            <a:r>
              <a:rPr lang="en-US" dirty="0"/>
              <a:t>Click to edit column header</a:t>
            </a:r>
          </a:p>
        </p:txBody>
      </p:sp>
      <p:sp>
        <p:nvSpPr>
          <p:cNvPr id="5" name="Text Placeholder 3">
            <a:extLst>
              <a:ext uri="{FF2B5EF4-FFF2-40B4-BE49-F238E27FC236}">
                <a16:creationId xmlns:a16="http://schemas.microsoft.com/office/drawing/2014/main" id="{8982FDD0-CC59-2E2C-2989-6558E7F88FC5}"/>
              </a:ext>
            </a:extLst>
          </p:cNvPr>
          <p:cNvSpPr>
            <a:spLocks noGrp="1"/>
          </p:cNvSpPr>
          <p:nvPr>
            <p:ph type="body" sz="half" idx="39" hasCustomPrompt="1"/>
          </p:nvPr>
        </p:nvSpPr>
        <p:spPr>
          <a:xfrm>
            <a:off x="6554941" y="2485187"/>
            <a:ext cx="4902487" cy="3415853"/>
          </a:xfrm>
        </p:spPr>
        <p:txBody>
          <a:bodyPr>
            <a:noAutofit/>
          </a:bodyPr>
          <a:lstStyle>
            <a:lvl1pPr marL="0" indent="0">
              <a:buNone/>
              <a:defRPr sz="1600"/>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column text</a:t>
            </a:r>
          </a:p>
        </p:txBody>
      </p:sp>
      <p:sp>
        <p:nvSpPr>
          <p:cNvPr id="7" name="Rectangle 6">
            <a:extLst>
              <a:ext uri="{FF2B5EF4-FFF2-40B4-BE49-F238E27FC236}">
                <a16:creationId xmlns:a16="http://schemas.microsoft.com/office/drawing/2014/main" id="{906F6A6F-803F-4A95-E548-E4EF441694F9}"/>
              </a:ext>
              <a:ext uri="{C183D7F6-B498-43B3-948B-1728B52AA6E4}">
                <adec:decorative xmlns:adec="http://schemas.microsoft.com/office/drawing/2017/decorative" val="1"/>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9" name="Picture 8">
            <a:extLst>
              <a:ext uri="{FF2B5EF4-FFF2-40B4-BE49-F238E27FC236}">
                <a16:creationId xmlns:a16="http://schemas.microsoft.com/office/drawing/2014/main" id="{D8440079-45C7-2F8B-E410-BAD99605D39E}"/>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0" name="Footer Placeholder 4">
            <a:extLst>
              <a:ext uri="{FF2B5EF4-FFF2-40B4-BE49-F238E27FC236}">
                <a16:creationId xmlns:a16="http://schemas.microsoft.com/office/drawing/2014/main" id="{2418FC17-46A3-DBBD-CC51-7C929387CE3A}"/>
              </a:ext>
              <a:ext uri="{C183D7F6-B498-43B3-948B-1728B52AA6E4}">
                <adec:decorative xmlns:adec="http://schemas.microsoft.com/office/drawing/2017/decorative" val="1"/>
              </a:ext>
            </a:extLst>
          </p:cNvPr>
          <p:cNvSpPr>
            <a:spLocks noGrp="1"/>
          </p:cNvSpPr>
          <p:nvPr>
            <p:ph type="ftr" sz="quarter" idx="3"/>
          </p:nvPr>
        </p:nvSpPr>
        <p:spPr>
          <a:xfrm>
            <a:off x="3216441" y="6428232"/>
            <a:ext cx="8101263" cy="365125"/>
          </a:xfrm>
          <a:prstGeom prst="rect">
            <a:avLst/>
          </a:prstGeom>
        </p:spPr>
        <p:txBody>
          <a:bodyPr vert="horz" lIns="91440" tIns="45720" rIns="91440" bIns="45720" rtlCol="0" anchor="ctr"/>
          <a:lstStyle>
            <a:lvl1pPr algn="r">
              <a:defRPr sz="1000" b="0">
                <a:solidFill>
                  <a:schemeClr val="bg1"/>
                </a:solidFill>
              </a:defRPr>
            </a:lvl1pPr>
          </a:lstStyle>
          <a:p>
            <a:r>
              <a:rPr lang="en-US"/>
              <a:t>View &gt;&gt; Header and Footer &gt;&gt; Add Unit, Office, or Department Name</a:t>
            </a:r>
          </a:p>
        </p:txBody>
      </p:sp>
      <p:sp>
        <p:nvSpPr>
          <p:cNvPr id="11" name="Oval 10">
            <a:extLst>
              <a:ext uri="{FF2B5EF4-FFF2-40B4-BE49-F238E27FC236}">
                <a16:creationId xmlns:a16="http://schemas.microsoft.com/office/drawing/2014/main" id="{F56D4201-48A4-BBAD-BAFE-BA46201A890A}"/>
              </a:ext>
              <a:ext uri="{C183D7F6-B498-43B3-948B-1728B52AA6E4}">
                <adec:decorative xmlns:adec="http://schemas.microsoft.com/office/drawing/2017/decorative" val="1"/>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983DFD1-653E-E8D7-C5AE-F1A60BAE9FD7}"/>
              </a:ext>
              <a:ext uri="{C183D7F6-B498-43B3-948B-1728B52AA6E4}">
                <adec:decorative xmlns:adec="http://schemas.microsoft.com/office/drawing/2017/decorative" val="1"/>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a:solidFill>
                <a:schemeClr val="bg1"/>
              </a:solidFill>
              <a:latin typeface="+mn-lt"/>
              <a:ea typeface="Tahoma" panose="020B0604030504040204" pitchFamily="34" charset="0"/>
              <a:cs typeface="Tahoma" panose="020B0604030504040204" pitchFamily="34" charset="0"/>
            </a:endParaRPr>
          </a:p>
        </p:txBody>
      </p:sp>
      <p:cxnSp>
        <p:nvCxnSpPr>
          <p:cNvPr id="2" name="Straight Connector 1">
            <a:extLst>
              <a:ext uri="{FF2B5EF4-FFF2-40B4-BE49-F238E27FC236}">
                <a16:creationId xmlns:a16="http://schemas.microsoft.com/office/drawing/2014/main" id="{E979AB66-0E57-3073-C75C-894FE58F7E97}"/>
              </a:ext>
              <a:ext uri="{C183D7F6-B498-43B3-948B-1728B52AA6E4}">
                <adec:decorative xmlns:adec="http://schemas.microsoft.com/office/drawing/2017/decorative" val="1"/>
              </a:ext>
            </a:extLst>
          </p:cNvPr>
          <p:cNvCxnSpPr>
            <a:cxnSpLocks/>
          </p:cNvCxnSpPr>
          <p:nvPr userDrawn="1"/>
        </p:nvCxnSpPr>
        <p:spPr>
          <a:xfrm>
            <a:off x="6099048" y="1828726"/>
            <a:ext cx="0" cy="4038246"/>
          </a:xfrm>
          <a:prstGeom prst="line">
            <a:avLst/>
          </a:prstGeom>
          <a:ln w="2540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422758"/>
      </p:ext>
    </p:extLst>
  </p:cSld>
  <p:clrMapOvr>
    <a:masterClrMapping/>
  </p:clrMapOvr>
  <p:extLst>
    <p:ext uri="{DCECCB84-F9BA-43D5-87BE-67443E8EF086}">
      <p15:sldGuideLst xmlns:p15="http://schemas.microsoft.com/office/powerpoint/2012/main">
        <p15:guide id="1" orient="horz" pos="3840" userDrawn="1">
          <p15:clr>
            <a:srgbClr val="FBAE40"/>
          </p15:clr>
        </p15:guide>
        <p15:guide id="2" pos="456" userDrawn="1">
          <p15:clr>
            <a:srgbClr val="FBAE40"/>
          </p15:clr>
        </p15:guide>
        <p15:guide id="3" pos="7224" userDrawn="1">
          <p15:clr>
            <a:srgbClr val="FBAE40"/>
          </p15:clr>
        </p15:guide>
        <p15:guide id="6" orient="horz" pos="3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hotos with Text">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103BAF8-AE0C-4C2A-AFFE-5EFC74007B1B}"/>
              </a:ext>
            </a:extLst>
          </p:cNvPr>
          <p:cNvSpPr>
            <a:spLocks noGrp="1"/>
          </p:cNvSpPr>
          <p:nvPr>
            <p:ph type="title" hasCustomPrompt="1"/>
          </p:nvPr>
        </p:nvSpPr>
        <p:spPr>
          <a:xfrm>
            <a:off x="731520" y="548640"/>
            <a:ext cx="10719724" cy="576072"/>
          </a:xfrm>
        </p:spPr>
        <p:txBody>
          <a:bodyPr lIns="0" tIns="0" rIns="0" bIns="0" anchor="t" anchorCtr="0">
            <a:noAutofit/>
          </a:bodyPr>
          <a:lstStyle>
            <a:lvl1pPr>
              <a:defRPr>
                <a:latin typeface="+mj-lt"/>
                <a:ea typeface="Roboto" panose="02000000000000000000" pitchFamily="2" charset="0"/>
              </a:defRPr>
            </a:lvl1pPr>
          </a:lstStyle>
          <a:p>
            <a:r>
              <a:rPr lang="en-US" dirty="0"/>
              <a:t>Click to Edit Three Column Layout Title</a:t>
            </a:r>
          </a:p>
        </p:txBody>
      </p:sp>
      <p:sp>
        <p:nvSpPr>
          <p:cNvPr id="2" name="Text Placeholder 3">
            <a:extLst>
              <a:ext uri="{FF2B5EF4-FFF2-40B4-BE49-F238E27FC236}">
                <a16:creationId xmlns:a16="http://schemas.microsoft.com/office/drawing/2014/main" id="{C856F633-5EF1-0E5D-0A3A-9D3739C86162}"/>
              </a:ext>
            </a:extLst>
          </p:cNvPr>
          <p:cNvSpPr>
            <a:spLocks noGrp="1"/>
          </p:cNvSpPr>
          <p:nvPr>
            <p:ph type="body" sz="half" idx="34" hasCustomPrompt="1"/>
          </p:nvPr>
        </p:nvSpPr>
        <p:spPr>
          <a:xfrm>
            <a:off x="731519" y="1143000"/>
            <a:ext cx="10719721" cy="415155"/>
          </a:xfrm>
        </p:spPr>
        <p:txBody>
          <a:bodyPr anchor="t" anchorCtr="0">
            <a:noAutofit/>
          </a:bodyPr>
          <a:lstStyle>
            <a:lvl1pPr marL="0" indent="0" algn="l">
              <a:buNone/>
              <a:defRPr sz="2000" cap="all" spc="200" baseline="0">
                <a:solidFill>
                  <a:schemeClr val="accent1"/>
                </a:solidFill>
              </a:defRPr>
            </a:lvl1pPr>
          </a:lstStyle>
          <a:p>
            <a:pPr lvl="0"/>
            <a:r>
              <a:rPr lang="en-US" dirty="0"/>
              <a:t>Click to edit RED Subhead</a:t>
            </a:r>
          </a:p>
        </p:txBody>
      </p:sp>
      <p:sp>
        <p:nvSpPr>
          <p:cNvPr id="11" name="Picture Placeholder 4" descr="Rectangle placeholder image.">
            <a:extLst>
              <a:ext uri="{FF2B5EF4-FFF2-40B4-BE49-F238E27FC236}">
                <a16:creationId xmlns:a16="http://schemas.microsoft.com/office/drawing/2014/main" id="{088F3CA4-7F9E-BCAA-AE9D-86804E74BFAD}"/>
              </a:ext>
            </a:extLst>
          </p:cNvPr>
          <p:cNvSpPr>
            <a:spLocks noGrp="1"/>
          </p:cNvSpPr>
          <p:nvPr>
            <p:ph type="pic" sz="quarter" idx="11"/>
          </p:nvPr>
        </p:nvSpPr>
        <p:spPr>
          <a:xfrm>
            <a:off x="731521" y="1837944"/>
            <a:ext cx="2953512" cy="1787545"/>
          </a:xfrm>
          <a:prstGeom prst="rect">
            <a:avLst/>
          </a:prstGeom>
          <a:solidFill>
            <a:schemeClr val="bg2">
              <a:lumMod val="40000"/>
              <a:lumOff val="60000"/>
            </a:schemeClr>
          </a:solidFill>
        </p:spPr>
        <p:txBody>
          <a:bodyPr anchor="ctr" anchorCtr="0">
            <a:normAutofit/>
          </a:bodyPr>
          <a:lstStyle>
            <a:lvl1pPr marL="0" indent="0" algn="ctr">
              <a:buNone/>
              <a:defRPr sz="2000" b="0" i="0">
                <a:solidFill>
                  <a:schemeClr val="accent2"/>
                </a:solidFill>
                <a:latin typeface="+mn-lt"/>
                <a:cs typeface="Arial" panose="020B0604020202020204" pitchFamily="34" charset="0"/>
              </a:defRPr>
            </a:lvl1pPr>
          </a:lstStyle>
          <a:p>
            <a:endParaRPr lang="en-US" dirty="0"/>
          </a:p>
        </p:txBody>
      </p:sp>
      <p:sp>
        <p:nvSpPr>
          <p:cNvPr id="7" name="Text Placeholder 3">
            <a:extLst>
              <a:ext uri="{FF2B5EF4-FFF2-40B4-BE49-F238E27FC236}">
                <a16:creationId xmlns:a16="http://schemas.microsoft.com/office/drawing/2014/main" id="{1A9FAE1B-945C-3FEE-ED89-B3719609EC18}"/>
              </a:ext>
            </a:extLst>
          </p:cNvPr>
          <p:cNvSpPr>
            <a:spLocks noGrp="1"/>
          </p:cNvSpPr>
          <p:nvPr>
            <p:ph type="body" sz="half" idx="36" hasCustomPrompt="1"/>
          </p:nvPr>
        </p:nvSpPr>
        <p:spPr>
          <a:xfrm>
            <a:off x="731521" y="3826898"/>
            <a:ext cx="2951326" cy="625873"/>
          </a:xfrm>
        </p:spPr>
        <p:txBody>
          <a:bodyPr>
            <a:noAutofit/>
          </a:bodyPr>
          <a:lstStyle>
            <a:lvl1pPr marL="0" indent="0">
              <a:buNone/>
              <a:defRPr sz="1600" b="1"/>
            </a:lvl1pPr>
          </a:lstStyle>
          <a:p>
            <a:pPr lvl="0"/>
            <a:r>
              <a:rPr lang="en-US" dirty="0"/>
              <a:t>Click to edit column header second line</a:t>
            </a:r>
          </a:p>
        </p:txBody>
      </p:sp>
      <p:sp>
        <p:nvSpPr>
          <p:cNvPr id="4" name="Text Placeholder 3">
            <a:extLst>
              <a:ext uri="{FF2B5EF4-FFF2-40B4-BE49-F238E27FC236}">
                <a16:creationId xmlns:a16="http://schemas.microsoft.com/office/drawing/2014/main" id="{84B28C04-FBBF-307D-EE65-F1618FFD8BF8}"/>
              </a:ext>
            </a:extLst>
          </p:cNvPr>
          <p:cNvSpPr>
            <a:spLocks noGrp="1"/>
          </p:cNvSpPr>
          <p:nvPr>
            <p:ph type="body" sz="half" idx="35" hasCustomPrompt="1"/>
          </p:nvPr>
        </p:nvSpPr>
        <p:spPr>
          <a:xfrm>
            <a:off x="731520" y="4430181"/>
            <a:ext cx="2944368" cy="1427129"/>
          </a:xfrm>
        </p:spPr>
        <p:txBody>
          <a:bodyPr>
            <a:noAutofit/>
          </a:bodyPr>
          <a:lstStyle>
            <a:lvl1pPr marL="0" indent="0">
              <a:buNone/>
              <a:defRPr sz="1600"/>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column text</a:t>
            </a:r>
          </a:p>
        </p:txBody>
      </p:sp>
      <p:sp>
        <p:nvSpPr>
          <p:cNvPr id="12" name="Picture Placeholder 4" descr="Rectangle placeholder image.">
            <a:extLst>
              <a:ext uri="{FF2B5EF4-FFF2-40B4-BE49-F238E27FC236}">
                <a16:creationId xmlns:a16="http://schemas.microsoft.com/office/drawing/2014/main" id="{E841E903-784F-9E3D-9925-AB8F00C6CB20}"/>
              </a:ext>
            </a:extLst>
          </p:cNvPr>
          <p:cNvSpPr>
            <a:spLocks noGrp="1"/>
          </p:cNvSpPr>
          <p:nvPr>
            <p:ph type="pic" sz="quarter" idx="23"/>
          </p:nvPr>
        </p:nvSpPr>
        <p:spPr>
          <a:xfrm>
            <a:off x="4620337" y="1837944"/>
            <a:ext cx="2951326" cy="1787545"/>
          </a:xfrm>
          <a:prstGeom prst="rect">
            <a:avLst/>
          </a:prstGeom>
          <a:solidFill>
            <a:schemeClr val="bg2">
              <a:lumMod val="40000"/>
              <a:lumOff val="60000"/>
            </a:schemeClr>
          </a:solidFill>
        </p:spPr>
        <p:txBody>
          <a:bodyPr anchor="ctr" anchorCtr="0">
            <a:normAutofit/>
          </a:bodyPr>
          <a:lstStyle>
            <a:lvl1pPr marL="0" indent="0" algn="ctr">
              <a:buNone/>
              <a:defRPr sz="2000" b="0" i="0">
                <a:solidFill>
                  <a:schemeClr val="accent2"/>
                </a:solidFill>
                <a:latin typeface="+mn-lt"/>
                <a:cs typeface="Arial" panose="020B0604020202020204" pitchFamily="34" charset="0"/>
              </a:defRPr>
            </a:lvl1pPr>
          </a:lstStyle>
          <a:p>
            <a:endParaRPr lang="en-US" dirty="0"/>
          </a:p>
        </p:txBody>
      </p:sp>
      <p:sp>
        <p:nvSpPr>
          <p:cNvPr id="33" name="Text Placeholder 3">
            <a:extLst>
              <a:ext uri="{FF2B5EF4-FFF2-40B4-BE49-F238E27FC236}">
                <a16:creationId xmlns:a16="http://schemas.microsoft.com/office/drawing/2014/main" id="{06A0B64E-C536-D797-4001-800D7DF2EEDD}"/>
              </a:ext>
            </a:extLst>
          </p:cNvPr>
          <p:cNvSpPr>
            <a:spLocks noGrp="1"/>
          </p:cNvSpPr>
          <p:nvPr>
            <p:ph type="body" sz="half" idx="20" hasCustomPrompt="1"/>
          </p:nvPr>
        </p:nvSpPr>
        <p:spPr>
          <a:xfrm>
            <a:off x="4626864" y="3826898"/>
            <a:ext cx="2944368" cy="625873"/>
          </a:xfrm>
        </p:spPr>
        <p:txBody>
          <a:bodyPr>
            <a:noAutofit/>
          </a:bodyPr>
          <a:lstStyle>
            <a:lvl1pPr marL="0" indent="0">
              <a:buNone/>
              <a:defRPr sz="1600" b="1"/>
            </a:lvl1pPr>
          </a:lstStyle>
          <a:p>
            <a:pPr lvl="0"/>
            <a:r>
              <a:rPr lang="en-US" dirty="0"/>
              <a:t>Click to edit column header second line</a:t>
            </a:r>
          </a:p>
        </p:txBody>
      </p:sp>
      <p:sp>
        <p:nvSpPr>
          <p:cNvPr id="31" name="Text Placeholder 3">
            <a:extLst>
              <a:ext uri="{FF2B5EF4-FFF2-40B4-BE49-F238E27FC236}">
                <a16:creationId xmlns:a16="http://schemas.microsoft.com/office/drawing/2014/main" id="{1BB454C1-EA3C-26C3-95BE-82055FE81766}"/>
              </a:ext>
            </a:extLst>
          </p:cNvPr>
          <p:cNvSpPr>
            <a:spLocks noGrp="1"/>
          </p:cNvSpPr>
          <p:nvPr>
            <p:ph type="body" sz="half" idx="18" hasCustomPrompt="1"/>
          </p:nvPr>
        </p:nvSpPr>
        <p:spPr>
          <a:xfrm>
            <a:off x="4624989" y="4430183"/>
            <a:ext cx="2944368" cy="1427128"/>
          </a:xfrm>
        </p:spPr>
        <p:txBody>
          <a:bodyPr>
            <a:noAutofit/>
          </a:bodyPr>
          <a:lstStyle>
            <a:lvl1pPr marL="0" indent="0">
              <a:buNone/>
              <a:defRPr sz="1600"/>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column text</a:t>
            </a:r>
          </a:p>
        </p:txBody>
      </p:sp>
      <p:sp>
        <p:nvSpPr>
          <p:cNvPr id="14" name="Picture Placeholder 4" descr="Rectangle placeholder image.">
            <a:extLst>
              <a:ext uri="{FF2B5EF4-FFF2-40B4-BE49-F238E27FC236}">
                <a16:creationId xmlns:a16="http://schemas.microsoft.com/office/drawing/2014/main" id="{7C2C8846-04C4-CC56-2B6D-6AC6FA336925}"/>
              </a:ext>
            </a:extLst>
          </p:cNvPr>
          <p:cNvSpPr>
            <a:spLocks noGrp="1"/>
          </p:cNvSpPr>
          <p:nvPr>
            <p:ph type="pic" sz="quarter" idx="24"/>
          </p:nvPr>
        </p:nvSpPr>
        <p:spPr>
          <a:xfrm>
            <a:off x="8497732" y="1837944"/>
            <a:ext cx="2953512" cy="1787545"/>
          </a:xfrm>
          <a:prstGeom prst="rect">
            <a:avLst/>
          </a:prstGeom>
          <a:solidFill>
            <a:schemeClr val="bg2">
              <a:lumMod val="40000"/>
              <a:lumOff val="60000"/>
            </a:schemeClr>
          </a:solidFill>
        </p:spPr>
        <p:txBody>
          <a:bodyPr anchor="ctr" anchorCtr="0">
            <a:normAutofit/>
          </a:bodyPr>
          <a:lstStyle>
            <a:lvl1pPr marL="0" indent="0" algn="ctr">
              <a:buNone/>
              <a:defRPr sz="2000" b="0" i="0">
                <a:solidFill>
                  <a:schemeClr val="accent2"/>
                </a:solidFill>
                <a:latin typeface="+mn-lt"/>
                <a:cs typeface="Arial" panose="020B0604020202020204" pitchFamily="34" charset="0"/>
              </a:defRPr>
            </a:lvl1pPr>
          </a:lstStyle>
          <a:p>
            <a:endParaRPr lang="en-US" dirty="0"/>
          </a:p>
        </p:txBody>
      </p:sp>
      <p:sp>
        <p:nvSpPr>
          <p:cNvPr id="32" name="Text Placeholder 3">
            <a:extLst>
              <a:ext uri="{FF2B5EF4-FFF2-40B4-BE49-F238E27FC236}">
                <a16:creationId xmlns:a16="http://schemas.microsoft.com/office/drawing/2014/main" id="{5569A4A7-21E1-1126-944D-225BC00A0D2F}"/>
              </a:ext>
            </a:extLst>
          </p:cNvPr>
          <p:cNvSpPr>
            <a:spLocks noGrp="1"/>
          </p:cNvSpPr>
          <p:nvPr>
            <p:ph type="body" sz="half" idx="19" hasCustomPrompt="1"/>
          </p:nvPr>
        </p:nvSpPr>
        <p:spPr>
          <a:xfrm>
            <a:off x="8513064" y="3830375"/>
            <a:ext cx="2944368" cy="616630"/>
          </a:xfrm>
        </p:spPr>
        <p:txBody>
          <a:bodyPr>
            <a:noAutofit/>
          </a:bodyPr>
          <a:lstStyle>
            <a:lvl1pPr marL="0" indent="0">
              <a:buNone/>
              <a:defRPr sz="1600" b="1"/>
            </a:lvl1pPr>
          </a:lstStyle>
          <a:p>
            <a:pPr lvl="0"/>
            <a:r>
              <a:rPr lang="en-US" dirty="0"/>
              <a:t>Click to edit column header second line</a:t>
            </a:r>
          </a:p>
        </p:txBody>
      </p:sp>
      <p:sp>
        <p:nvSpPr>
          <p:cNvPr id="30" name="Text Placeholder 3">
            <a:extLst>
              <a:ext uri="{FF2B5EF4-FFF2-40B4-BE49-F238E27FC236}">
                <a16:creationId xmlns:a16="http://schemas.microsoft.com/office/drawing/2014/main" id="{96F91243-915B-BEE2-3412-B47C04337F8B}"/>
              </a:ext>
            </a:extLst>
          </p:cNvPr>
          <p:cNvSpPr>
            <a:spLocks noGrp="1"/>
          </p:cNvSpPr>
          <p:nvPr>
            <p:ph type="body" sz="half" idx="17" hasCustomPrompt="1"/>
          </p:nvPr>
        </p:nvSpPr>
        <p:spPr>
          <a:xfrm>
            <a:off x="8513064" y="4430183"/>
            <a:ext cx="2944368" cy="1427128"/>
          </a:xfrm>
        </p:spPr>
        <p:txBody>
          <a:bodyPr>
            <a:noAutofit/>
          </a:bodyPr>
          <a:lstStyle>
            <a:lvl1pPr marL="0" indent="0">
              <a:buNone/>
              <a:defRPr sz="1600"/>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column text</a:t>
            </a:r>
          </a:p>
        </p:txBody>
      </p:sp>
      <p:sp>
        <p:nvSpPr>
          <p:cNvPr id="6" name="Rectangle 5">
            <a:extLst>
              <a:ext uri="{FF2B5EF4-FFF2-40B4-BE49-F238E27FC236}">
                <a16:creationId xmlns:a16="http://schemas.microsoft.com/office/drawing/2014/main" id="{D27897E1-3271-CD80-EB69-9C97E6A5B98C}"/>
              </a:ext>
              <a:ext uri="{C183D7F6-B498-43B3-948B-1728B52AA6E4}">
                <adec:decorative xmlns:adec="http://schemas.microsoft.com/office/drawing/2017/decorative" val="1"/>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8" name="Picture 7">
            <a:extLst>
              <a:ext uri="{FF2B5EF4-FFF2-40B4-BE49-F238E27FC236}">
                <a16:creationId xmlns:a16="http://schemas.microsoft.com/office/drawing/2014/main" id="{342CB29B-0889-1FF6-F958-77685AF37E67}"/>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9" name="Footer Placeholder 4">
            <a:extLst>
              <a:ext uri="{FF2B5EF4-FFF2-40B4-BE49-F238E27FC236}">
                <a16:creationId xmlns:a16="http://schemas.microsoft.com/office/drawing/2014/main" id="{A81CFCC6-EC01-9C89-3F59-A3211829BC5A}"/>
              </a:ext>
              <a:ext uri="{C183D7F6-B498-43B3-948B-1728B52AA6E4}">
                <adec:decorative xmlns:adec="http://schemas.microsoft.com/office/drawing/2017/decorative" val="1"/>
              </a:ext>
            </a:extLst>
          </p:cNvPr>
          <p:cNvSpPr>
            <a:spLocks noGrp="1"/>
          </p:cNvSpPr>
          <p:nvPr>
            <p:ph type="ftr" sz="quarter" idx="3"/>
          </p:nvPr>
        </p:nvSpPr>
        <p:spPr>
          <a:xfrm>
            <a:off x="3216441" y="6428232"/>
            <a:ext cx="8101263" cy="365125"/>
          </a:xfrm>
          <a:prstGeom prst="rect">
            <a:avLst/>
          </a:prstGeom>
        </p:spPr>
        <p:txBody>
          <a:bodyPr vert="horz" lIns="91440" tIns="45720" rIns="91440" bIns="45720" rtlCol="0" anchor="ctr"/>
          <a:lstStyle>
            <a:lvl1pPr algn="r">
              <a:defRPr sz="1000" b="0">
                <a:solidFill>
                  <a:schemeClr val="bg1"/>
                </a:solidFill>
              </a:defRPr>
            </a:lvl1pPr>
          </a:lstStyle>
          <a:p>
            <a:r>
              <a:rPr lang="en-US"/>
              <a:t>View &gt;&gt; Header and Footer &gt;&gt; Add Unit, Office, or Department Name</a:t>
            </a:r>
          </a:p>
        </p:txBody>
      </p:sp>
      <p:sp>
        <p:nvSpPr>
          <p:cNvPr id="10" name="Oval 9">
            <a:extLst>
              <a:ext uri="{FF2B5EF4-FFF2-40B4-BE49-F238E27FC236}">
                <a16:creationId xmlns:a16="http://schemas.microsoft.com/office/drawing/2014/main" id="{B5E94F36-A7F4-654C-641A-3401B8612896}"/>
              </a:ext>
              <a:ext uri="{C183D7F6-B498-43B3-948B-1728B52AA6E4}">
                <adec:decorative xmlns:adec="http://schemas.microsoft.com/office/drawing/2017/decorative" val="1"/>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A97E56C-6E4E-0582-AAC4-93ACDD2D4E75}"/>
              </a:ext>
              <a:ext uri="{C183D7F6-B498-43B3-948B-1728B52AA6E4}">
                <adec:decorative xmlns:adec="http://schemas.microsoft.com/office/drawing/2017/decorative" val="1"/>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a:solidFill>
                <a:schemeClr val="bg1"/>
              </a:solidFill>
              <a:latin typeface="+mn-lt"/>
              <a:ea typeface="Tahoma" panose="020B0604030504040204" pitchFamily="34" charset="0"/>
              <a:cs typeface="Tahoma" panose="020B0604030504040204" pitchFamily="34" charset="0"/>
            </a:endParaRPr>
          </a:p>
        </p:txBody>
      </p:sp>
      <p:cxnSp>
        <p:nvCxnSpPr>
          <p:cNvPr id="3" name="Straight Connector 2">
            <a:extLst>
              <a:ext uri="{FF2B5EF4-FFF2-40B4-BE49-F238E27FC236}">
                <a16:creationId xmlns:a16="http://schemas.microsoft.com/office/drawing/2014/main" id="{ECB06573-8867-F8C5-9A40-470436CC19D4}"/>
              </a:ext>
              <a:ext uri="{C183D7F6-B498-43B3-948B-1728B52AA6E4}">
                <adec:decorative xmlns:adec="http://schemas.microsoft.com/office/drawing/2017/decorative" val="1"/>
              </a:ext>
            </a:extLst>
          </p:cNvPr>
          <p:cNvCxnSpPr>
            <a:cxnSpLocks/>
          </p:cNvCxnSpPr>
          <p:nvPr userDrawn="1"/>
        </p:nvCxnSpPr>
        <p:spPr>
          <a:xfrm>
            <a:off x="4146311" y="1834468"/>
            <a:ext cx="0" cy="4096512"/>
          </a:xfrm>
          <a:prstGeom prst="line">
            <a:avLst/>
          </a:prstGeom>
          <a:ln w="2540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AC1303A-9122-18D5-B95E-68F640E9FF07}"/>
              </a:ext>
              <a:ext uri="{C183D7F6-B498-43B3-948B-1728B52AA6E4}">
                <adec:decorative xmlns:adec="http://schemas.microsoft.com/office/drawing/2017/decorative" val="1"/>
              </a:ext>
            </a:extLst>
          </p:cNvPr>
          <p:cNvCxnSpPr>
            <a:cxnSpLocks/>
          </p:cNvCxnSpPr>
          <p:nvPr userDrawn="1"/>
        </p:nvCxnSpPr>
        <p:spPr>
          <a:xfrm>
            <a:off x="8034697" y="1834468"/>
            <a:ext cx="0" cy="4096512"/>
          </a:xfrm>
          <a:prstGeom prst="line">
            <a:avLst/>
          </a:prstGeom>
          <a:ln w="25400"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670179"/>
      </p:ext>
    </p:extLst>
  </p:cSld>
  <p:clrMapOvr>
    <a:masterClrMapping/>
  </p:clrMapOvr>
  <p:extLst>
    <p:ext uri="{DCECCB84-F9BA-43D5-87BE-67443E8EF086}">
      <p15:sldGuideLst xmlns:p15="http://schemas.microsoft.com/office/powerpoint/2012/main">
        <p15:guide id="2" pos="456" userDrawn="1">
          <p15:clr>
            <a:srgbClr val="FBAE40"/>
          </p15:clr>
        </p15:guide>
        <p15:guide id="3" pos="7224" userDrawn="1">
          <p15:clr>
            <a:srgbClr val="FBAE40"/>
          </p15:clr>
        </p15:guide>
        <p15:guide id="4" pos="3840" userDrawn="1">
          <p15:clr>
            <a:srgbClr val="FBAE40"/>
          </p15:clr>
        </p15:guide>
        <p15:guide id="7" orient="horz" pos="3840" userDrawn="1">
          <p15:clr>
            <a:srgbClr val="FBAE40"/>
          </p15:clr>
        </p15:guide>
        <p15:guide id="8" orient="horz" pos="33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Line Title wi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92407-9C93-5C2D-7183-2B299030D35B}"/>
              </a:ext>
            </a:extLst>
          </p:cNvPr>
          <p:cNvSpPr>
            <a:spLocks noGrp="1"/>
          </p:cNvSpPr>
          <p:nvPr>
            <p:ph type="title" hasCustomPrompt="1"/>
          </p:nvPr>
        </p:nvSpPr>
        <p:spPr>
          <a:xfrm>
            <a:off x="731520" y="548640"/>
            <a:ext cx="6272784" cy="576072"/>
          </a:xfrm>
        </p:spPr>
        <p:txBody>
          <a:bodyPr lIns="0" tIns="0" rIns="0" bIns="0" anchor="t" anchorCtr="0">
            <a:noAutofit/>
          </a:bodyPr>
          <a:lstStyle>
            <a:lvl1pPr>
              <a:defRPr>
                <a:latin typeface="+mj-lt"/>
                <a:ea typeface="Roboto" panose="02000000000000000000" pitchFamily="2" charset="0"/>
              </a:defRPr>
            </a:lvl1pPr>
          </a:lstStyle>
          <a:p>
            <a:r>
              <a:rPr lang="en-US" dirty="0"/>
              <a:t>Click to Edit Title</a:t>
            </a:r>
          </a:p>
        </p:txBody>
      </p:sp>
      <p:sp>
        <p:nvSpPr>
          <p:cNvPr id="19" name="Text Placeholder 3">
            <a:extLst>
              <a:ext uri="{FF2B5EF4-FFF2-40B4-BE49-F238E27FC236}">
                <a16:creationId xmlns:a16="http://schemas.microsoft.com/office/drawing/2014/main" id="{22C0FF39-C2AF-4BFD-5885-FFD5C939DCBE}"/>
              </a:ext>
            </a:extLst>
          </p:cNvPr>
          <p:cNvSpPr>
            <a:spLocks noGrp="1"/>
          </p:cNvSpPr>
          <p:nvPr>
            <p:ph type="body" sz="half" idx="35" hasCustomPrompt="1"/>
          </p:nvPr>
        </p:nvSpPr>
        <p:spPr>
          <a:xfrm>
            <a:off x="731520" y="1143000"/>
            <a:ext cx="6278880" cy="362688"/>
          </a:xfrm>
        </p:spPr>
        <p:txBody>
          <a:bodyPr anchor="t" anchorCtr="0">
            <a:noAutofit/>
          </a:bodyPr>
          <a:lstStyle>
            <a:lvl1pPr marL="0" indent="0" algn="l">
              <a:buNone/>
              <a:defRPr sz="2000" cap="all" spc="200" baseline="0">
                <a:solidFill>
                  <a:schemeClr val="accent1"/>
                </a:solidFill>
              </a:defRPr>
            </a:lvl1pPr>
          </a:lstStyle>
          <a:p>
            <a:pPr lvl="0"/>
            <a:r>
              <a:rPr lang="en-US" dirty="0"/>
              <a:t>Click to edit RED Subhead</a:t>
            </a:r>
          </a:p>
        </p:txBody>
      </p:sp>
      <p:sp>
        <p:nvSpPr>
          <p:cNvPr id="20" name="Text Placeholder 3">
            <a:extLst>
              <a:ext uri="{FF2B5EF4-FFF2-40B4-BE49-F238E27FC236}">
                <a16:creationId xmlns:a16="http://schemas.microsoft.com/office/drawing/2014/main" id="{8E131FEB-6853-29C7-6239-A1DAC7251BC5}"/>
              </a:ext>
            </a:extLst>
          </p:cNvPr>
          <p:cNvSpPr>
            <a:spLocks noGrp="1"/>
          </p:cNvSpPr>
          <p:nvPr>
            <p:ph type="body" sz="half" idx="36" hasCustomPrompt="1"/>
          </p:nvPr>
        </p:nvSpPr>
        <p:spPr>
          <a:xfrm>
            <a:off x="731520" y="1791761"/>
            <a:ext cx="6272783" cy="3847037"/>
          </a:xfrm>
        </p:spPr>
        <p:txBody>
          <a:bodyPr>
            <a:noAutofit/>
          </a:bodyPr>
          <a:lstStyle>
            <a:lvl1pPr marL="0" indent="0">
              <a:buNone/>
              <a:defRPr sz="1600"/>
            </a:lvl1pPr>
            <a:lvl2pPr>
              <a:defRPr sz="1600"/>
            </a:lvl2pPr>
            <a:lvl3pPr>
              <a:defRPr sz="1600"/>
            </a:lvl3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latin typeface="+mn-lt"/>
              </a:rPr>
              <a:t>Intro copy to go here.</a:t>
            </a:r>
          </a:p>
          <a:p>
            <a:pPr lvl="1">
              <a:buClr>
                <a:schemeClr val="accent1"/>
              </a:buClr>
              <a:buFont typeface="Arial" panose="020B0604020202020204" pitchFamily="34" charset="0"/>
              <a:buChar char="•"/>
            </a:pPr>
            <a:r>
              <a:rPr lang="en-US" dirty="0">
                <a:latin typeface="+mn-lt"/>
              </a:rPr>
              <a:t>Bullet item one</a:t>
            </a:r>
          </a:p>
          <a:p>
            <a:pPr lvl="1">
              <a:buClr>
                <a:schemeClr val="accent1"/>
              </a:buClr>
              <a:buFont typeface="Arial" panose="020B0604020202020204" pitchFamily="34" charset="0"/>
              <a:buChar char="•"/>
            </a:pPr>
            <a:r>
              <a:rPr lang="en-US" dirty="0"/>
              <a:t>Bullet item two</a:t>
            </a:r>
            <a:endParaRPr lang="en-US" dirty="0">
              <a:latin typeface="+mn-lt"/>
            </a:endParaRPr>
          </a:p>
          <a:p>
            <a:pPr lvl="2">
              <a:buClr>
                <a:schemeClr val="accent1"/>
              </a:buClr>
            </a:pPr>
            <a:r>
              <a:rPr lang="en-US" dirty="0">
                <a:latin typeface="+mn-lt"/>
              </a:rPr>
              <a:t>Sub item one</a:t>
            </a:r>
          </a:p>
          <a:p>
            <a:pPr lvl="2">
              <a:buClr>
                <a:schemeClr val="accent1"/>
              </a:buClr>
            </a:pPr>
            <a:r>
              <a:rPr lang="en-US" dirty="0">
                <a:latin typeface="+mn-lt"/>
              </a:rPr>
              <a:t>Sub item two</a:t>
            </a:r>
          </a:p>
          <a:p>
            <a:pPr lvl="1">
              <a:buClr>
                <a:schemeClr val="accent1"/>
              </a:buClr>
              <a:buFont typeface="Arial" panose="020B0604020202020204" pitchFamily="34" charset="0"/>
              <a:buChar char="•"/>
            </a:pPr>
            <a:r>
              <a:rPr lang="en-US" dirty="0">
                <a:latin typeface="+mn-lt"/>
              </a:rPr>
              <a:t>Bullet item three</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lang="en-US" dirty="0"/>
          </a:p>
        </p:txBody>
      </p:sp>
      <p:sp>
        <p:nvSpPr>
          <p:cNvPr id="9" name="Picture Placeholder 4" descr="Placeholder image.">
            <a:extLst>
              <a:ext uri="{FF2B5EF4-FFF2-40B4-BE49-F238E27FC236}">
                <a16:creationId xmlns:a16="http://schemas.microsoft.com/office/drawing/2014/main" id="{4308EECF-2374-22B5-DA23-FC2F284149C5}"/>
              </a:ext>
            </a:extLst>
          </p:cNvPr>
          <p:cNvSpPr>
            <a:spLocks noGrp="1"/>
          </p:cNvSpPr>
          <p:nvPr>
            <p:ph type="pic" sz="quarter" idx="11"/>
          </p:nvPr>
        </p:nvSpPr>
        <p:spPr>
          <a:xfrm>
            <a:off x="7418832" y="2"/>
            <a:ext cx="4773168" cy="6336792"/>
          </a:xfrm>
          <a:prstGeom prst="rect">
            <a:avLst/>
          </a:prstGeom>
          <a:solidFill>
            <a:schemeClr val="bg2">
              <a:lumMod val="40000"/>
              <a:lumOff val="60000"/>
            </a:schemeClr>
          </a:solidFill>
        </p:spPr>
        <p:txBody>
          <a:bodyPr anchor="ctr" anchorCtr="0">
            <a:normAutofit/>
          </a:bodyPr>
          <a:lstStyle>
            <a:lvl1pPr marL="0" indent="0" algn="ctr">
              <a:buNone/>
              <a:defRPr sz="2000" b="0" i="0">
                <a:solidFill>
                  <a:schemeClr val="accent2"/>
                </a:solidFill>
                <a:latin typeface="+mn-lt"/>
              </a:defRPr>
            </a:lvl1pPr>
          </a:lstStyle>
          <a:p>
            <a:endParaRPr lang="en-US" dirty="0"/>
          </a:p>
        </p:txBody>
      </p:sp>
      <p:sp>
        <p:nvSpPr>
          <p:cNvPr id="5" name="Rectangle 4">
            <a:extLst>
              <a:ext uri="{FF2B5EF4-FFF2-40B4-BE49-F238E27FC236}">
                <a16:creationId xmlns:a16="http://schemas.microsoft.com/office/drawing/2014/main" id="{ED4C9532-75AC-B604-7EB0-553854B69F6E}"/>
              </a:ext>
              <a:ext uri="{C183D7F6-B498-43B3-948B-1728B52AA6E4}">
                <adec:decorative xmlns:adec="http://schemas.microsoft.com/office/drawing/2017/decorative" val="1"/>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6" name="Picture 5">
            <a:extLst>
              <a:ext uri="{FF2B5EF4-FFF2-40B4-BE49-F238E27FC236}">
                <a16:creationId xmlns:a16="http://schemas.microsoft.com/office/drawing/2014/main" id="{61F8BFBF-A1A9-4E40-C0BE-3EBAA01A3FE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Footer Placeholder 4">
            <a:extLst>
              <a:ext uri="{FF2B5EF4-FFF2-40B4-BE49-F238E27FC236}">
                <a16:creationId xmlns:a16="http://schemas.microsoft.com/office/drawing/2014/main" id="{F30EAC4C-58B3-50B8-F25E-D9952DA17F8D}"/>
              </a:ext>
              <a:ext uri="{C183D7F6-B498-43B3-948B-1728B52AA6E4}">
                <adec:decorative xmlns:adec="http://schemas.microsoft.com/office/drawing/2017/decorative" val="1"/>
              </a:ext>
            </a:extLst>
          </p:cNvPr>
          <p:cNvSpPr>
            <a:spLocks noGrp="1"/>
          </p:cNvSpPr>
          <p:nvPr>
            <p:ph type="ftr" sz="quarter" idx="3"/>
          </p:nvPr>
        </p:nvSpPr>
        <p:spPr>
          <a:xfrm>
            <a:off x="3216441" y="6428232"/>
            <a:ext cx="8101263" cy="365125"/>
          </a:xfrm>
          <a:prstGeom prst="rect">
            <a:avLst/>
          </a:prstGeom>
        </p:spPr>
        <p:txBody>
          <a:bodyPr vert="horz" lIns="91440" tIns="45720" rIns="91440" bIns="45720" rtlCol="0" anchor="ctr"/>
          <a:lstStyle>
            <a:lvl1pPr algn="r">
              <a:defRPr sz="1000" b="0">
                <a:solidFill>
                  <a:schemeClr val="bg1"/>
                </a:solidFill>
              </a:defRPr>
            </a:lvl1pPr>
          </a:lstStyle>
          <a:p>
            <a:r>
              <a:rPr lang="en-US"/>
              <a:t>View &gt;&gt; Header and Footer &gt;&gt; Add Unit, Office, or Department Name</a:t>
            </a:r>
          </a:p>
        </p:txBody>
      </p:sp>
      <p:sp>
        <p:nvSpPr>
          <p:cNvPr id="12" name="Oval 11">
            <a:extLst>
              <a:ext uri="{FF2B5EF4-FFF2-40B4-BE49-F238E27FC236}">
                <a16:creationId xmlns:a16="http://schemas.microsoft.com/office/drawing/2014/main" id="{F683464D-B560-8DF3-132D-5435269E9063}"/>
              </a:ext>
              <a:ext uri="{C183D7F6-B498-43B3-948B-1728B52AA6E4}">
                <adec:decorative xmlns:adec="http://schemas.microsoft.com/office/drawing/2017/decorative" val="1"/>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8A602BC-E0A1-7B0A-D50F-FA9FF1ABFA73}"/>
              </a:ext>
              <a:ext uri="{C183D7F6-B498-43B3-948B-1728B52AA6E4}">
                <adec:decorative xmlns:adec="http://schemas.microsoft.com/office/drawing/2017/decorative" val="1"/>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25500995"/>
      </p:ext>
    </p:extLst>
  </p:cSld>
  <p:clrMapOvr>
    <a:masterClrMapping/>
  </p:clrMapOvr>
  <p:extLst>
    <p:ext uri="{DCECCB84-F9BA-43D5-87BE-67443E8EF086}">
      <p15:sldGuideLst xmlns:p15="http://schemas.microsoft.com/office/powerpoint/2012/main">
        <p15:guide id="1" orient="horz" pos="3840" userDrawn="1">
          <p15:clr>
            <a:srgbClr val="FBAE40"/>
          </p15:clr>
        </p15:guide>
        <p15:guide id="3" pos="456" userDrawn="1">
          <p15:clr>
            <a:srgbClr val="FBAE40"/>
          </p15:clr>
        </p15:guide>
        <p15:guide id="4" orient="horz" pos="912" userDrawn="1">
          <p15:clr>
            <a:srgbClr val="FBAE40"/>
          </p15:clr>
        </p15:guide>
        <p15:guide id="6" orient="horz" pos="336" userDrawn="1">
          <p15:clr>
            <a:srgbClr val="FBAE40"/>
          </p15:clr>
        </p15:guide>
        <p15:guide id="8" pos="441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utgers logo only">
    <p:bg>
      <p:bgPr>
        <a:solidFill>
          <a:srgbClr val="CC0033"/>
        </a:solidFill>
        <a:effectLst/>
      </p:bgPr>
    </p:bg>
    <p:spTree>
      <p:nvGrpSpPr>
        <p:cNvPr id="1" name=""/>
        <p:cNvGrpSpPr/>
        <p:nvPr/>
      </p:nvGrpSpPr>
      <p:grpSpPr>
        <a:xfrm>
          <a:off x="0" y="0"/>
          <a:ext cx="0" cy="0"/>
          <a:chOff x="0" y="0"/>
          <a:chExt cx="0" cy="0"/>
        </a:xfrm>
      </p:grpSpPr>
      <p:sp>
        <p:nvSpPr>
          <p:cNvPr id="5" name="Picture Placeholder 3" descr="Placeholder image.">
            <a:extLst>
              <a:ext uri="{FF2B5EF4-FFF2-40B4-BE49-F238E27FC236}">
                <a16:creationId xmlns:a16="http://schemas.microsoft.com/office/drawing/2014/main" id="{04AA3D56-45C1-6912-44AC-11D9260AD6F9}"/>
              </a:ext>
            </a:extLst>
          </p:cNvPr>
          <p:cNvSpPr>
            <a:spLocks noGrp="1"/>
          </p:cNvSpPr>
          <p:nvPr>
            <p:ph type="pic" sz="quarter" idx="10"/>
          </p:nvPr>
        </p:nvSpPr>
        <p:spPr>
          <a:xfrm>
            <a:off x="2880868" y="2479548"/>
            <a:ext cx="6428232" cy="1901952"/>
          </a:xfrm>
        </p:spPr>
        <p:txBody>
          <a:bodyPr/>
          <a:lstStyle/>
          <a:p>
            <a:endParaRPr lang="en-US"/>
          </a:p>
        </p:txBody>
      </p:sp>
    </p:spTree>
    <p:extLst>
      <p:ext uri="{BB962C8B-B14F-4D97-AF65-F5344CB8AC3E}">
        <p14:creationId xmlns:p14="http://schemas.microsoft.com/office/powerpoint/2010/main" val="19745306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View &gt;&gt; Header and Footer &gt;&gt; Add Unit, Office, or Department Name</a:t>
            </a:r>
          </a:p>
        </p:txBody>
      </p:sp>
    </p:spTree>
    <p:extLst>
      <p:ext uri="{BB962C8B-B14F-4D97-AF65-F5344CB8AC3E}">
        <p14:creationId xmlns:p14="http://schemas.microsoft.com/office/powerpoint/2010/main" val="2970061491"/>
      </p:ext>
    </p:extLst>
  </p:cSld>
  <p:clrMap bg1="lt1" tx1="dk1" bg2="lt2" tx2="dk2" accent1="accent1" accent2="accent2" accent3="accent3" accent4="accent4" accent5="accent5" accent6="accent6" hlink="hlink" folHlink="folHlink"/>
  <p:sldLayoutIdLst>
    <p:sldLayoutId id="2147483687" r:id="rId1"/>
    <p:sldLayoutId id="2147483663" r:id="rId2"/>
    <p:sldLayoutId id="2147483701" r:id="rId3"/>
    <p:sldLayoutId id="2147483650" r:id="rId4"/>
    <p:sldLayoutId id="2147483706" r:id="rId5"/>
    <p:sldLayoutId id="2147483670" r:id="rId6"/>
    <p:sldLayoutId id="2147483715" r:id="rId7"/>
    <p:sldLayoutId id="2147483654" r:id="rId8"/>
    <p:sldLayoutId id="2147483691" r:id="rId9"/>
  </p:sldLayoutIdLst>
  <p:hf hd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github.com/madisonajones/Master-s-Project" TargetMode="Externa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C2EE2-6270-2A7A-9ABC-E55DDCD3D254}"/>
              </a:ext>
            </a:extLst>
          </p:cNvPr>
          <p:cNvSpPr>
            <a:spLocks noGrp="1"/>
          </p:cNvSpPr>
          <p:nvPr>
            <p:ph type="ctrTitle"/>
          </p:nvPr>
        </p:nvSpPr>
        <p:spPr/>
        <p:txBody>
          <a:bodyPr/>
          <a:lstStyle/>
          <a:p>
            <a:r>
              <a:rPr lang="en-US" sz="3800" dirty="0"/>
              <a:t>Impact of COVID-19 on ELA Student Achievement in New York City Public Schools</a:t>
            </a:r>
          </a:p>
        </p:txBody>
      </p:sp>
      <p:sp>
        <p:nvSpPr>
          <p:cNvPr id="3" name="Subtitle 2">
            <a:extLst>
              <a:ext uri="{FF2B5EF4-FFF2-40B4-BE49-F238E27FC236}">
                <a16:creationId xmlns:a16="http://schemas.microsoft.com/office/drawing/2014/main" id="{44214270-15B6-1524-8A7F-92AB054FD09C}"/>
              </a:ext>
            </a:extLst>
          </p:cNvPr>
          <p:cNvSpPr>
            <a:spLocks noGrp="1"/>
          </p:cNvSpPr>
          <p:nvPr>
            <p:ph type="subTitle" idx="1"/>
          </p:nvPr>
        </p:nvSpPr>
        <p:spPr/>
        <p:txBody>
          <a:bodyPr/>
          <a:lstStyle/>
          <a:p>
            <a:r>
              <a:rPr lang="en-US" dirty="0"/>
              <a:t>Madison Jones</a:t>
            </a:r>
          </a:p>
        </p:txBody>
      </p:sp>
      <p:sp>
        <p:nvSpPr>
          <p:cNvPr id="4" name="Text Placeholder 3">
            <a:extLst>
              <a:ext uri="{FF2B5EF4-FFF2-40B4-BE49-F238E27FC236}">
                <a16:creationId xmlns:a16="http://schemas.microsoft.com/office/drawing/2014/main" id="{F0DAEEC5-1EF6-B3CD-A2CC-6FD31CF665CD}"/>
              </a:ext>
            </a:extLst>
          </p:cNvPr>
          <p:cNvSpPr>
            <a:spLocks noGrp="1"/>
          </p:cNvSpPr>
          <p:nvPr>
            <p:ph type="body" sz="quarter" idx="10"/>
          </p:nvPr>
        </p:nvSpPr>
        <p:spPr/>
        <p:txBody>
          <a:bodyPr/>
          <a:lstStyle/>
          <a:p>
            <a:r>
              <a:rPr lang="en-US" dirty="0"/>
              <a:t>May 8</a:t>
            </a:r>
            <a:r>
              <a:rPr lang="en-US" baseline="30000" dirty="0"/>
              <a:t>th</a:t>
            </a:r>
            <a:r>
              <a:rPr lang="en-US" dirty="0"/>
              <a:t>, 2026</a:t>
            </a:r>
          </a:p>
        </p:txBody>
      </p:sp>
      <p:pic>
        <p:nvPicPr>
          <p:cNvPr id="9" name="Picture Placeholder 8" descr="A black and white logo&#10;&#10;AI-generated content may be incorrect.">
            <a:extLst>
              <a:ext uri="{FF2B5EF4-FFF2-40B4-BE49-F238E27FC236}">
                <a16:creationId xmlns:a16="http://schemas.microsoft.com/office/drawing/2014/main" id="{1E64561E-C1FC-7ACD-B28B-4FAEF4B64F80}"/>
              </a:ext>
            </a:extLst>
          </p:cNvPr>
          <p:cNvPicPr>
            <a:picLocks noGrp="1" noChangeAspect="1"/>
          </p:cNvPicPr>
          <p:nvPr>
            <p:ph type="pic" sz="quarter" idx="11"/>
          </p:nvPr>
        </p:nvPicPr>
        <p:blipFill>
          <a:blip r:embed="rId3"/>
          <a:srcRect t="537" b="537"/>
          <a:stretch>
            <a:fillRect/>
          </a:stretch>
        </p:blipFill>
        <p:spPr/>
      </p:pic>
      <p:sp>
        <p:nvSpPr>
          <p:cNvPr id="5" name="Subtitle 2">
            <a:extLst>
              <a:ext uri="{FF2B5EF4-FFF2-40B4-BE49-F238E27FC236}">
                <a16:creationId xmlns:a16="http://schemas.microsoft.com/office/drawing/2014/main" id="{F8C6225F-28C4-5A9B-1CE3-0B10E6D7FCA3}"/>
              </a:ext>
            </a:extLst>
          </p:cNvPr>
          <p:cNvSpPr txBox="1">
            <a:spLocks/>
          </p:cNvSpPr>
          <p:nvPr/>
        </p:nvSpPr>
        <p:spPr>
          <a:xfrm>
            <a:off x="1090839" y="6016179"/>
            <a:ext cx="10264775" cy="407460"/>
          </a:xfrm>
          <a:prstGeom prst="rect">
            <a:avLst/>
          </a:prstGeom>
        </p:spPr>
        <p:txBody>
          <a:bodyPr vert="horz" lIns="0" tIns="0" rIns="0" bIns="0" rtlCol="0">
            <a:noAutofit/>
          </a:bodyPr>
          <a:lstStyle>
            <a:lvl1pPr marL="0" indent="0" algn="ctr" defTabSz="914400" rtl="0" eaLnBrk="1" latinLnBrk="0" hangingPunct="1">
              <a:lnSpc>
                <a:spcPct val="100000"/>
              </a:lnSpc>
              <a:spcBef>
                <a:spcPts val="1000"/>
              </a:spcBef>
              <a:buFont typeface="Arial" panose="020B0604020202020204" pitchFamily="34" charset="0"/>
              <a:buNone/>
              <a:defRPr sz="2400" b="0" i="0" kern="1200">
                <a:solidFill>
                  <a:schemeClr val="bg1"/>
                </a:solidFill>
                <a:latin typeface="+mn-lt"/>
                <a:ea typeface="Tahoma" panose="020B0604030504040204" pitchFamily="34" charset="0"/>
                <a:cs typeface="Tahoma" panose="020B0604030504040204" pitchFamily="34" charset="0"/>
              </a:defRPr>
            </a:lvl1pPr>
            <a:lvl2pPr marL="457200" indent="0" algn="ctr" defTabSz="914400" rtl="0" eaLnBrk="1" latinLnBrk="0" hangingPunct="1">
              <a:lnSpc>
                <a:spcPct val="100000"/>
              </a:lnSpc>
              <a:spcBef>
                <a:spcPts val="500"/>
              </a:spcBef>
              <a:buFont typeface="Roboto" panose="02000000000000000000" pitchFamily="2" charset="0"/>
              <a:buNone/>
              <a:defRPr sz="2000" kern="1200">
                <a:solidFill>
                  <a:schemeClr val="tx1"/>
                </a:solidFill>
                <a:latin typeface="+mn-lt"/>
                <a:ea typeface="Roboto" panose="02000000000000000000" pitchFamily="2" charset="0"/>
                <a:cs typeface="Arial" panose="020B0604020202020204" pitchFamily="34" charset="0"/>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Roboto" panose="02000000000000000000" pitchFamily="2" charset="0"/>
                <a:cs typeface="Arial" panose="020B0604020202020204" pitchFamily="34" charset="0"/>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Roboto" panose="02000000000000000000" pitchFamily="2" charset="0"/>
                <a:cs typeface="Arial" panose="020B0604020202020204" pitchFamily="34" charset="0"/>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Roboto" panose="02000000000000000000" pitchFamily="2" charset="0"/>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1" dirty="0"/>
              <a:t>Master’s Project Final Presentation</a:t>
            </a:r>
          </a:p>
          <a:p>
            <a:r>
              <a:rPr lang="en-US" sz="1600" dirty="0"/>
              <a:t>56:219:603:91</a:t>
            </a:r>
          </a:p>
        </p:txBody>
      </p:sp>
    </p:spTree>
    <p:extLst>
      <p:ext uri="{BB962C8B-B14F-4D97-AF65-F5344CB8AC3E}">
        <p14:creationId xmlns:p14="http://schemas.microsoft.com/office/powerpoint/2010/main" val="160672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719B2-F3B0-A365-221B-9D35C79E6EB0}"/>
              </a:ext>
            </a:extLst>
          </p:cNvPr>
          <p:cNvSpPr>
            <a:spLocks noGrp="1"/>
          </p:cNvSpPr>
          <p:nvPr>
            <p:ph type="title"/>
          </p:nvPr>
        </p:nvSpPr>
        <p:spPr/>
        <p:txBody>
          <a:bodyPr/>
          <a:lstStyle/>
          <a:p>
            <a:r>
              <a:rPr lang="en-US" dirty="0"/>
              <a:t>Executive Summary</a:t>
            </a:r>
          </a:p>
        </p:txBody>
      </p:sp>
      <p:sp>
        <p:nvSpPr>
          <p:cNvPr id="3" name="Text Placeholder 2">
            <a:extLst>
              <a:ext uri="{FF2B5EF4-FFF2-40B4-BE49-F238E27FC236}">
                <a16:creationId xmlns:a16="http://schemas.microsoft.com/office/drawing/2014/main" id="{9AD4D721-4849-A12D-28C0-6DB3E3731041}"/>
              </a:ext>
            </a:extLst>
          </p:cNvPr>
          <p:cNvSpPr>
            <a:spLocks noGrp="1"/>
          </p:cNvSpPr>
          <p:nvPr>
            <p:ph type="body" sz="half" idx="34"/>
          </p:nvPr>
        </p:nvSpPr>
        <p:spPr/>
        <p:txBody>
          <a:bodyPr/>
          <a:lstStyle/>
          <a:p>
            <a:r>
              <a:rPr lang="en-US" dirty="0"/>
              <a:t>Problem &amp; approach</a:t>
            </a:r>
          </a:p>
        </p:txBody>
      </p:sp>
      <p:sp>
        <p:nvSpPr>
          <p:cNvPr id="4" name="Content Placeholder 3">
            <a:extLst>
              <a:ext uri="{FF2B5EF4-FFF2-40B4-BE49-F238E27FC236}">
                <a16:creationId xmlns:a16="http://schemas.microsoft.com/office/drawing/2014/main" id="{6036820A-0C62-151F-C7A1-79298466C957}"/>
              </a:ext>
            </a:extLst>
          </p:cNvPr>
          <p:cNvSpPr>
            <a:spLocks noGrp="1"/>
          </p:cNvSpPr>
          <p:nvPr>
            <p:ph idx="10"/>
          </p:nvPr>
        </p:nvSpPr>
        <p:spPr/>
        <p:txBody>
          <a:bodyPr/>
          <a:lstStyle/>
          <a:p>
            <a:r>
              <a:rPr lang="en-US" sz="1800" dirty="0"/>
              <a:t>Disruption in education due to the pandemic widened pre-existing achievement gaps, especially for schools with a lack of resources</a:t>
            </a:r>
          </a:p>
          <a:p>
            <a:r>
              <a:rPr lang="en-US" sz="1800" dirty="0"/>
              <a:t>Goal is to quantify these gaps using English Language Arts test score data in New York City public schools</a:t>
            </a:r>
          </a:p>
          <a:p>
            <a:r>
              <a:rPr lang="en-US" sz="1800" dirty="0"/>
              <a:t>Two-way fixed effects difference-in-difference model</a:t>
            </a:r>
          </a:p>
        </p:txBody>
      </p:sp>
    </p:spTree>
    <p:extLst>
      <p:ext uri="{BB962C8B-B14F-4D97-AF65-F5344CB8AC3E}">
        <p14:creationId xmlns:p14="http://schemas.microsoft.com/office/powerpoint/2010/main" val="184186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35285-A6B4-E320-EC4C-A2C613091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04A438-2423-DF7B-4A79-34E13A3D5A70}"/>
              </a:ext>
            </a:extLst>
          </p:cNvPr>
          <p:cNvSpPr>
            <a:spLocks noGrp="1"/>
          </p:cNvSpPr>
          <p:nvPr>
            <p:ph type="title"/>
          </p:nvPr>
        </p:nvSpPr>
        <p:spPr/>
        <p:txBody>
          <a:bodyPr/>
          <a:lstStyle/>
          <a:p>
            <a:r>
              <a:rPr lang="en-US" dirty="0"/>
              <a:t>Executive Summary</a:t>
            </a:r>
          </a:p>
        </p:txBody>
      </p:sp>
      <p:sp>
        <p:nvSpPr>
          <p:cNvPr id="3" name="Text Placeholder 2">
            <a:extLst>
              <a:ext uri="{FF2B5EF4-FFF2-40B4-BE49-F238E27FC236}">
                <a16:creationId xmlns:a16="http://schemas.microsoft.com/office/drawing/2014/main" id="{D7580CD8-DDB1-767D-01D3-FBB050DA7E22}"/>
              </a:ext>
            </a:extLst>
          </p:cNvPr>
          <p:cNvSpPr>
            <a:spLocks noGrp="1"/>
          </p:cNvSpPr>
          <p:nvPr>
            <p:ph type="body" sz="half" idx="34"/>
          </p:nvPr>
        </p:nvSpPr>
        <p:spPr/>
        <p:txBody>
          <a:bodyPr/>
          <a:lstStyle/>
          <a:p>
            <a:r>
              <a:rPr lang="en-US" dirty="0"/>
              <a:t>Results &amp; impact</a:t>
            </a:r>
          </a:p>
        </p:txBody>
      </p:sp>
      <p:sp>
        <p:nvSpPr>
          <p:cNvPr id="4" name="Content Placeholder 3">
            <a:extLst>
              <a:ext uri="{FF2B5EF4-FFF2-40B4-BE49-F238E27FC236}">
                <a16:creationId xmlns:a16="http://schemas.microsoft.com/office/drawing/2014/main" id="{EE5879E5-63E8-AB74-6DAD-5A13A079CD82}"/>
              </a:ext>
            </a:extLst>
          </p:cNvPr>
          <p:cNvSpPr>
            <a:spLocks noGrp="1"/>
          </p:cNvSpPr>
          <p:nvPr>
            <p:ph idx="10"/>
          </p:nvPr>
        </p:nvSpPr>
        <p:spPr/>
        <p:txBody>
          <a:bodyPr/>
          <a:lstStyle/>
          <a:p>
            <a:r>
              <a:rPr lang="en-US" sz="1800" b="1" dirty="0"/>
              <a:t>Impact</a:t>
            </a:r>
            <a:r>
              <a:rPr lang="en-US" sz="1800" dirty="0"/>
              <a:t>: This project examines how pre-existing school poverty influenced post-pandemic learning loss </a:t>
            </a:r>
          </a:p>
          <a:p>
            <a:r>
              <a:rPr lang="en-US" sz="1800" b="1" dirty="0"/>
              <a:t>Insights</a:t>
            </a:r>
            <a:r>
              <a:rPr lang="en-US" sz="1800" dirty="0"/>
              <a:t>:</a:t>
            </a:r>
          </a:p>
          <a:p>
            <a:pPr lvl="1"/>
            <a:r>
              <a:rPr lang="en-US" sz="1800" dirty="0"/>
              <a:t>Schools with higher poverty rates before the pandemic experienced further declines in ELA standardized test scores following the pandemic</a:t>
            </a:r>
          </a:p>
          <a:p>
            <a:pPr lvl="1"/>
            <a:r>
              <a:rPr lang="en-US" sz="1800" dirty="0"/>
              <a:t>Third and fourth grade students proved to be the most negatively affected</a:t>
            </a:r>
          </a:p>
          <a:p>
            <a:pPr lvl="1"/>
            <a:r>
              <a:rPr lang="en-US" sz="1800" dirty="0"/>
              <a:t>The findings suggest that pre-existing educational disparities intensified the pandemic’s impact on education</a:t>
            </a:r>
          </a:p>
        </p:txBody>
      </p:sp>
    </p:spTree>
    <p:extLst>
      <p:ext uri="{BB962C8B-B14F-4D97-AF65-F5344CB8AC3E}">
        <p14:creationId xmlns:p14="http://schemas.microsoft.com/office/powerpoint/2010/main" val="3790035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9C583-ECF5-42C2-62DC-5CDDDBD484B3}"/>
              </a:ext>
            </a:extLst>
          </p:cNvPr>
          <p:cNvSpPr>
            <a:spLocks noGrp="1"/>
          </p:cNvSpPr>
          <p:nvPr>
            <p:ph type="title"/>
          </p:nvPr>
        </p:nvSpPr>
        <p:spPr/>
        <p:txBody>
          <a:bodyPr/>
          <a:lstStyle/>
          <a:p>
            <a:r>
              <a:rPr lang="en-US" dirty="0"/>
              <a:t>Problem &amp; Motivation		</a:t>
            </a:r>
          </a:p>
        </p:txBody>
      </p:sp>
      <p:sp>
        <p:nvSpPr>
          <p:cNvPr id="3" name="Text Placeholder 2">
            <a:extLst>
              <a:ext uri="{FF2B5EF4-FFF2-40B4-BE49-F238E27FC236}">
                <a16:creationId xmlns:a16="http://schemas.microsoft.com/office/drawing/2014/main" id="{F857845D-BCB4-766C-8A71-A9EDE4E02F33}"/>
              </a:ext>
            </a:extLst>
          </p:cNvPr>
          <p:cNvSpPr>
            <a:spLocks noGrp="1"/>
          </p:cNvSpPr>
          <p:nvPr>
            <p:ph type="body" sz="half" idx="34"/>
          </p:nvPr>
        </p:nvSpPr>
        <p:spPr/>
        <p:txBody>
          <a:bodyPr/>
          <a:lstStyle/>
          <a:p>
            <a:endParaRPr lang="en-US"/>
          </a:p>
        </p:txBody>
      </p:sp>
      <p:sp>
        <p:nvSpPr>
          <p:cNvPr id="4" name="Content Placeholder 3">
            <a:extLst>
              <a:ext uri="{FF2B5EF4-FFF2-40B4-BE49-F238E27FC236}">
                <a16:creationId xmlns:a16="http://schemas.microsoft.com/office/drawing/2014/main" id="{A3BF0BF2-A205-C813-45C7-DCAECB469440}"/>
              </a:ext>
            </a:extLst>
          </p:cNvPr>
          <p:cNvSpPr>
            <a:spLocks noGrp="1"/>
          </p:cNvSpPr>
          <p:nvPr>
            <p:ph idx="10"/>
          </p:nvPr>
        </p:nvSpPr>
        <p:spPr/>
        <p:txBody>
          <a:bodyPr/>
          <a:lstStyle/>
          <a:p>
            <a:r>
              <a:rPr lang="en-US" b="1" dirty="0"/>
              <a:t>Problem: </a:t>
            </a:r>
          </a:p>
          <a:p>
            <a:pPr lvl="1"/>
            <a:r>
              <a:rPr lang="en-US" dirty="0"/>
              <a:t>This project investigates whether pre-existing poverty in individual schools contributed to a widened achievement gap after the COVID-19 pandemic.</a:t>
            </a:r>
          </a:p>
          <a:p>
            <a:pPr marL="0" indent="0">
              <a:buNone/>
            </a:pPr>
            <a:endParaRPr lang="en-US" dirty="0"/>
          </a:p>
          <a:p>
            <a:r>
              <a:rPr lang="en-US" b="1" dirty="0"/>
              <a:t>Who is this for?</a:t>
            </a:r>
          </a:p>
          <a:p>
            <a:pPr lvl="1"/>
            <a:r>
              <a:rPr lang="en-US" dirty="0"/>
              <a:t>Policymakers, school administrations, researchers, and communities who wish to better understand which students are most affected by academic disruptions. These findings can act as a guide for future resource funding decisions and support programs</a:t>
            </a:r>
          </a:p>
          <a:p>
            <a:endParaRPr lang="en-US" dirty="0"/>
          </a:p>
          <a:p>
            <a:r>
              <a:rPr lang="en-US" b="1" dirty="0"/>
              <a:t>What does success look like?</a:t>
            </a:r>
          </a:p>
          <a:p>
            <a:pPr lvl="1"/>
            <a:r>
              <a:rPr lang="en-US" dirty="0"/>
              <a:t>Identifying statistically significant relationships between school poverty levels and academic outcomes following the pandemic. </a:t>
            </a:r>
          </a:p>
        </p:txBody>
      </p:sp>
      <p:sp>
        <p:nvSpPr>
          <p:cNvPr id="5" name="Footer Placeholder 4">
            <a:extLst>
              <a:ext uri="{FF2B5EF4-FFF2-40B4-BE49-F238E27FC236}">
                <a16:creationId xmlns:a16="http://schemas.microsoft.com/office/drawing/2014/main" id="{23FE1BFC-F484-9830-553D-9B991AC37FCB}"/>
              </a:ext>
            </a:extLst>
          </p:cNvPr>
          <p:cNvSpPr>
            <a:spLocks noGrp="1"/>
          </p:cNvSpPr>
          <p:nvPr>
            <p:ph type="ftr" sz="quarter" idx="3"/>
          </p:nvPr>
        </p:nvSpPr>
        <p:spPr/>
        <p:txBody>
          <a:bodyPr/>
          <a:lstStyle/>
          <a:p>
            <a:r>
              <a:rPr lang="en-US"/>
              <a:t>View &gt;&gt; Header and Footer &gt;&gt; Add Unit, Office, or Department Name</a:t>
            </a:r>
          </a:p>
        </p:txBody>
      </p:sp>
    </p:spTree>
    <p:extLst>
      <p:ext uri="{BB962C8B-B14F-4D97-AF65-F5344CB8AC3E}">
        <p14:creationId xmlns:p14="http://schemas.microsoft.com/office/powerpoint/2010/main" val="3424259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59F51-51B1-5588-6579-007F79B0DC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938C6-FAD6-4A87-9779-253D3ACCDE1E}"/>
              </a:ext>
            </a:extLst>
          </p:cNvPr>
          <p:cNvSpPr>
            <a:spLocks noGrp="1"/>
          </p:cNvSpPr>
          <p:nvPr>
            <p:ph type="title"/>
          </p:nvPr>
        </p:nvSpPr>
        <p:spPr/>
        <p:txBody>
          <a:bodyPr/>
          <a:lstStyle/>
          <a:p>
            <a:r>
              <a:rPr lang="en-US" dirty="0"/>
              <a:t>Problem &amp; Motivation		</a:t>
            </a:r>
          </a:p>
        </p:txBody>
      </p:sp>
      <p:sp>
        <p:nvSpPr>
          <p:cNvPr id="3" name="Text Placeholder 2">
            <a:extLst>
              <a:ext uri="{FF2B5EF4-FFF2-40B4-BE49-F238E27FC236}">
                <a16:creationId xmlns:a16="http://schemas.microsoft.com/office/drawing/2014/main" id="{AAE74741-DA2D-F00E-8DC3-5E43F2D21755}"/>
              </a:ext>
            </a:extLst>
          </p:cNvPr>
          <p:cNvSpPr>
            <a:spLocks noGrp="1"/>
          </p:cNvSpPr>
          <p:nvPr>
            <p:ph type="body" sz="half" idx="34"/>
          </p:nvPr>
        </p:nvSpPr>
        <p:spPr/>
        <p:txBody>
          <a:bodyPr/>
          <a:lstStyle/>
          <a:p>
            <a:endParaRPr lang="en-US"/>
          </a:p>
        </p:txBody>
      </p:sp>
      <p:sp>
        <p:nvSpPr>
          <p:cNvPr id="4" name="Content Placeholder 3">
            <a:extLst>
              <a:ext uri="{FF2B5EF4-FFF2-40B4-BE49-F238E27FC236}">
                <a16:creationId xmlns:a16="http://schemas.microsoft.com/office/drawing/2014/main" id="{5DA0C83B-EFCB-96BA-772A-B1BA9ADD21D3}"/>
              </a:ext>
            </a:extLst>
          </p:cNvPr>
          <p:cNvSpPr>
            <a:spLocks noGrp="1"/>
          </p:cNvSpPr>
          <p:nvPr>
            <p:ph idx="10"/>
          </p:nvPr>
        </p:nvSpPr>
        <p:spPr/>
        <p:txBody>
          <a:bodyPr/>
          <a:lstStyle/>
          <a:p>
            <a:r>
              <a:rPr lang="en-US" b="1" dirty="0"/>
              <a:t>Constraints &amp; Assumptions</a:t>
            </a:r>
          </a:p>
          <a:p>
            <a:pPr lvl="1"/>
            <a:r>
              <a:rPr lang="en-US" dirty="0"/>
              <a:t>This project is limited to public schools in New York City. These findings may not reflect on national effects.</a:t>
            </a:r>
          </a:p>
          <a:p>
            <a:pPr lvl="1"/>
            <a:r>
              <a:rPr lang="en-US" dirty="0"/>
              <a:t>The data is missing critical years, 2020 and 2021, due to cancelled and optional testing.</a:t>
            </a:r>
          </a:p>
          <a:p>
            <a:pPr lvl="1"/>
            <a:r>
              <a:rPr lang="en-US" dirty="0"/>
              <a:t>Assumption of parallel trends</a:t>
            </a:r>
          </a:p>
          <a:p>
            <a:pPr lvl="1"/>
            <a:endParaRPr lang="en-US" dirty="0"/>
          </a:p>
          <a:p>
            <a:r>
              <a:rPr lang="en-US" b="1" dirty="0"/>
              <a:t>Project Evolution</a:t>
            </a:r>
          </a:p>
          <a:p>
            <a:pPr lvl="1"/>
            <a:r>
              <a:rPr lang="en-US" dirty="0"/>
              <a:t>Many model adjustments, feature engineering, and incorporation of pre-period information</a:t>
            </a:r>
          </a:p>
          <a:p>
            <a:pPr lvl="1"/>
            <a:r>
              <a:rPr lang="en-US" dirty="0"/>
              <a:t>The hypothesis remains the same</a:t>
            </a:r>
          </a:p>
        </p:txBody>
      </p:sp>
      <p:sp>
        <p:nvSpPr>
          <p:cNvPr id="5" name="Footer Placeholder 4">
            <a:extLst>
              <a:ext uri="{FF2B5EF4-FFF2-40B4-BE49-F238E27FC236}">
                <a16:creationId xmlns:a16="http://schemas.microsoft.com/office/drawing/2014/main" id="{ADADB04A-5A02-8F67-77A5-62DA2E082001}"/>
              </a:ext>
            </a:extLst>
          </p:cNvPr>
          <p:cNvSpPr>
            <a:spLocks noGrp="1"/>
          </p:cNvSpPr>
          <p:nvPr>
            <p:ph type="ftr" sz="quarter" idx="3"/>
          </p:nvPr>
        </p:nvSpPr>
        <p:spPr/>
        <p:txBody>
          <a:bodyPr/>
          <a:lstStyle/>
          <a:p>
            <a:r>
              <a:rPr lang="en-US"/>
              <a:t>View &gt;&gt; Header and Footer &gt;&gt; Add Unit, Office, or Department Name</a:t>
            </a:r>
          </a:p>
        </p:txBody>
      </p:sp>
    </p:spTree>
    <p:extLst>
      <p:ext uri="{BB962C8B-B14F-4D97-AF65-F5344CB8AC3E}">
        <p14:creationId xmlns:p14="http://schemas.microsoft.com/office/powerpoint/2010/main" val="921746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DD19F-5365-0DCC-C158-9C665E49E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4CD5B-21D1-FF3D-C6CE-750DEBB197E1}"/>
              </a:ext>
            </a:extLst>
          </p:cNvPr>
          <p:cNvSpPr>
            <a:spLocks noGrp="1"/>
          </p:cNvSpPr>
          <p:nvPr>
            <p:ph type="ctrTitle"/>
          </p:nvPr>
        </p:nvSpPr>
        <p:spPr/>
        <p:txBody>
          <a:bodyPr/>
          <a:lstStyle/>
          <a:p>
            <a:r>
              <a:rPr lang="en-US" dirty="0"/>
              <a:t>Data Overview</a:t>
            </a:r>
          </a:p>
        </p:txBody>
      </p:sp>
    </p:spTree>
    <p:extLst>
      <p:ext uri="{BB962C8B-B14F-4D97-AF65-F5344CB8AC3E}">
        <p14:creationId xmlns:p14="http://schemas.microsoft.com/office/powerpoint/2010/main" val="1123971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C5E-48F5-9098-D9CD-EE7076051366}"/>
              </a:ext>
            </a:extLst>
          </p:cNvPr>
          <p:cNvSpPr>
            <a:spLocks noGrp="1"/>
          </p:cNvSpPr>
          <p:nvPr>
            <p:ph type="title"/>
          </p:nvPr>
        </p:nvSpPr>
        <p:spPr/>
        <p:txBody>
          <a:bodyPr/>
          <a:lstStyle/>
          <a:p>
            <a:r>
              <a:rPr lang="en-US" dirty="0"/>
              <a:t>Data Structure &amp; Description</a:t>
            </a:r>
          </a:p>
        </p:txBody>
      </p:sp>
      <p:sp>
        <p:nvSpPr>
          <p:cNvPr id="3" name="Text Placeholder 2">
            <a:extLst>
              <a:ext uri="{FF2B5EF4-FFF2-40B4-BE49-F238E27FC236}">
                <a16:creationId xmlns:a16="http://schemas.microsoft.com/office/drawing/2014/main" id="{8631A06E-EA96-5E06-0439-AED65A9BA2DF}"/>
              </a:ext>
            </a:extLst>
          </p:cNvPr>
          <p:cNvSpPr>
            <a:spLocks noGrp="1"/>
          </p:cNvSpPr>
          <p:nvPr>
            <p:ph type="body" sz="half" idx="34"/>
          </p:nvPr>
        </p:nvSpPr>
        <p:spPr/>
        <p:txBody>
          <a:bodyPr/>
          <a:lstStyle/>
          <a:p>
            <a:endParaRPr lang="en-US" dirty="0"/>
          </a:p>
        </p:txBody>
      </p:sp>
      <p:sp>
        <p:nvSpPr>
          <p:cNvPr id="4" name="Content Placeholder 3">
            <a:extLst>
              <a:ext uri="{FF2B5EF4-FFF2-40B4-BE49-F238E27FC236}">
                <a16:creationId xmlns:a16="http://schemas.microsoft.com/office/drawing/2014/main" id="{12927CBB-F493-E751-0DB2-9BCC799082F7}"/>
              </a:ext>
            </a:extLst>
          </p:cNvPr>
          <p:cNvSpPr>
            <a:spLocks noGrp="1"/>
          </p:cNvSpPr>
          <p:nvPr>
            <p:ph idx="10"/>
          </p:nvPr>
        </p:nvSpPr>
        <p:spPr/>
        <p:txBody>
          <a:bodyPr/>
          <a:lstStyle/>
          <a:p>
            <a:r>
              <a:rPr lang="en-US" dirty="0"/>
              <a:t>Data from New York City </a:t>
            </a:r>
            <a:r>
              <a:rPr lang="en-US" dirty="0" err="1"/>
              <a:t>OpenData</a:t>
            </a:r>
            <a:r>
              <a:rPr lang="en-US" dirty="0"/>
              <a:t>, provided by the NYC Department of Education</a:t>
            </a:r>
          </a:p>
          <a:p>
            <a:r>
              <a:rPr lang="en-US" dirty="0"/>
              <a:t>English Language Arts (ELA) Test Scores 2013-2023 Dataset</a:t>
            </a:r>
          </a:p>
          <a:p>
            <a:pPr lvl="1"/>
            <a:r>
              <a:rPr lang="en-US" dirty="0"/>
              <a:t>Citywide, borough, district, and </a:t>
            </a:r>
            <a:r>
              <a:rPr lang="en-US" b="1" dirty="0"/>
              <a:t>school-level</a:t>
            </a:r>
            <a:r>
              <a:rPr lang="en-US" dirty="0"/>
              <a:t> information</a:t>
            </a:r>
          </a:p>
          <a:p>
            <a:pPr lvl="1"/>
            <a:r>
              <a:rPr lang="en-US" dirty="0"/>
              <a:t>Includes mean standardized testing scores, grade-level breakdowns, number of students tested, and comprehension levels</a:t>
            </a:r>
          </a:p>
          <a:p>
            <a:pPr lvl="1"/>
            <a:r>
              <a:rPr lang="en-US" dirty="0"/>
              <a:t>Certain rows were compressed if 5 or less students took the exam, these rows were removed</a:t>
            </a:r>
          </a:p>
          <a:p>
            <a:endParaRPr lang="en-US" dirty="0"/>
          </a:p>
          <a:p>
            <a:r>
              <a:rPr lang="en-US" dirty="0"/>
              <a:t>Demographic Snapshot 2017-2022</a:t>
            </a:r>
          </a:p>
          <a:p>
            <a:pPr lvl="1"/>
            <a:r>
              <a:rPr lang="en-US" dirty="0"/>
              <a:t>Demographic information at the school level</a:t>
            </a:r>
          </a:p>
          <a:p>
            <a:pPr lvl="1"/>
            <a:r>
              <a:rPr lang="en-US" dirty="0"/>
              <a:t>Primarily interested in poverty rates and Economic Need Index</a:t>
            </a:r>
          </a:p>
        </p:txBody>
      </p:sp>
      <p:sp>
        <p:nvSpPr>
          <p:cNvPr id="5" name="Footer Placeholder 4">
            <a:extLst>
              <a:ext uri="{FF2B5EF4-FFF2-40B4-BE49-F238E27FC236}">
                <a16:creationId xmlns:a16="http://schemas.microsoft.com/office/drawing/2014/main" id="{6880D678-99EE-C483-ACA8-ED167F1D94CA}"/>
              </a:ext>
            </a:extLst>
          </p:cNvPr>
          <p:cNvSpPr>
            <a:spLocks noGrp="1"/>
          </p:cNvSpPr>
          <p:nvPr>
            <p:ph type="ftr" sz="quarter" idx="3"/>
          </p:nvPr>
        </p:nvSpPr>
        <p:spPr/>
        <p:txBody>
          <a:bodyPr/>
          <a:lstStyle/>
          <a:p>
            <a:endParaRPr lang="en-US" dirty="0"/>
          </a:p>
        </p:txBody>
      </p:sp>
    </p:spTree>
    <p:extLst>
      <p:ext uri="{BB962C8B-B14F-4D97-AF65-F5344CB8AC3E}">
        <p14:creationId xmlns:p14="http://schemas.microsoft.com/office/powerpoint/2010/main" val="3489805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CD30F-4395-C00F-89E9-917A7258A1F2}"/>
              </a:ext>
            </a:extLst>
          </p:cNvPr>
          <p:cNvSpPr>
            <a:spLocks noGrp="1"/>
          </p:cNvSpPr>
          <p:nvPr>
            <p:ph type="title"/>
          </p:nvPr>
        </p:nvSpPr>
        <p:spPr/>
        <p:txBody>
          <a:bodyPr/>
          <a:lstStyle/>
          <a:p>
            <a:r>
              <a:rPr lang="en-US" dirty="0"/>
              <a:t>Dataset Information</a:t>
            </a:r>
          </a:p>
        </p:txBody>
      </p:sp>
      <p:sp>
        <p:nvSpPr>
          <p:cNvPr id="8" name="Text Placeholder 7">
            <a:extLst>
              <a:ext uri="{FF2B5EF4-FFF2-40B4-BE49-F238E27FC236}">
                <a16:creationId xmlns:a16="http://schemas.microsoft.com/office/drawing/2014/main" id="{0151DE32-E167-8B9C-217C-1511C448BB0C}"/>
              </a:ext>
            </a:extLst>
          </p:cNvPr>
          <p:cNvSpPr>
            <a:spLocks noGrp="1"/>
          </p:cNvSpPr>
          <p:nvPr>
            <p:ph type="body" sz="half" idx="20"/>
          </p:nvPr>
        </p:nvSpPr>
        <p:spPr>
          <a:xfrm>
            <a:off x="4619198" y="4139834"/>
            <a:ext cx="2944368" cy="625873"/>
          </a:xfrm>
        </p:spPr>
        <p:txBody>
          <a:bodyPr/>
          <a:lstStyle/>
          <a:p>
            <a:pPr algn="ctr"/>
            <a:r>
              <a:rPr lang="en-US" sz="2500" dirty="0"/>
              <a:t>6 Grades</a:t>
            </a:r>
          </a:p>
        </p:txBody>
      </p:sp>
      <p:sp>
        <p:nvSpPr>
          <p:cNvPr id="9" name="Text Placeholder 8">
            <a:extLst>
              <a:ext uri="{FF2B5EF4-FFF2-40B4-BE49-F238E27FC236}">
                <a16:creationId xmlns:a16="http://schemas.microsoft.com/office/drawing/2014/main" id="{6029BE13-354F-9EA6-9617-8024A1E918C8}"/>
              </a:ext>
            </a:extLst>
          </p:cNvPr>
          <p:cNvSpPr>
            <a:spLocks noGrp="1"/>
          </p:cNvSpPr>
          <p:nvPr>
            <p:ph type="body" sz="half" idx="18"/>
          </p:nvPr>
        </p:nvSpPr>
        <p:spPr>
          <a:xfrm>
            <a:off x="1341835" y="4139834"/>
            <a:ext cx="1944290" cy="1222741"/>
          </a:xfrm>
        </p:spPr>
        <p:txBody>
          <a:bodyPr/>
          <a:lstStyle/>
          <a:p>
            <a:pPr algn="ctr"/>
            <a:r>
              <a:rPr lang="en-US" sz="2500" b="1" dirty="0"/>
              <a:t>1121 Schools</a:t>
            </a:r>
          </a:p>
        </p:txBody>
      </p:sp>
      <p:sp>
        <p:nvSpPr>
          <p:cNvPr id="11" name="Text Placeholder 10">
            <a:extLst>
              <a:ext uri="{FF2B5EF4-FFF2-40B4-BE49-F238E27FC236}">
                <a16:creationId xmlns:a16="http://schemas.microsoft.com/office/drawing/2014/main" id="{6DB630BA-F1F1-085B-1EE9-396D691CED0D}"/>
              </a:ext>
            </a:extLst>
          </p:cNvPr>
          <p:cNvSpPr>
            <a:spLocks noGrp="1"/>
          </p:cNvSpPr>
          <p:nvPr>
            <p:ph type="body" sz="half" idx="19"/>
          </p:nvPr>
        </p:nvSpPr>
        <p:spPr>
          <a:xfrm>
            <a:off x="8589264" y="4139834"/>
            <a:ext cx="2944368" cy="616630"/>
          </a:xfrm>
        </p:spPr>
        <p:txBody>
          <a:bodyPr/>
          <a:lstStyle/>
          <a:p>
            <a:pPr algn="ctr"/>
            <a:r>
              <a:rPr lang="en-US" sz="2500" dirty="0"/>
              <a:t> 3 Years</a:t>
            </a:r>
          </a:p>
        </p:txBody>
      </p:sp>
      <p:pic>
        <p:nvPicPr>
          <p:cNvPr id="20" name="Graphic 19" descr="Graduation cap with solid fill">
            <a:extLst>
              <a:ext uri="{FF2B5EF4-FFF2-40B4-BE49-F238E27FC236}">
                <a16:creationId xmlns:a16="http://schemas.microsoft.com/office/drawing/2014/main" id="{75C3881D-A8A0-E461-366C-44CB8921019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18035" y="2057650"/>
            <a:ext cx="1677589" cy="1677589"/>
          </a:xfrm>
          <a:prstGeom prst="rect">
            <a:avLst/>
          </a:prstGeom>
        </p:spPr>
      </p:pic>
      <p:pic>
        <p:nvPicPr>
          <p:cNvPr id="22" name="Graphic 21" descr="Classroom with solid fill">
            <a:extLst>
              <a:ext uri="{FF2B5EF4-FFF2-40B4-BE49-F238E27FC236}">
                <a16:creationId xmlns:a16="http://schemas.microsoft.com/office/drawing/2014/main" id="{44F4A41F-F817-2CFC-C381-49BB39ADA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55513" y="2239814"/>
            <a:ext cx="1495425" cy="1495425"/>
          </a:xfrm>
          <a:prstGeom prst="rect">
            <a:avLst/>
          </a:prstGeom>
        </p:spPr>
      </p:pic>
      <p:pic>
        <p:nvPicPr>
          <p:cNvPr id="24" name="Graphic 23" descr="Daily calendar with solid fill">
            <a:extLst>
              <a:ext uri="{FF2B5EF4-FFF2-40B4-BE49-F238E27FC236}">
                <a16:creationId xmlns:a16="http://schemas.microsoft.com/office/drawing/2014/main" id="{0C1ED467-6408-69E3-3C66-82016AD92B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22653" y="2057650"/>
            <a:ext cx="1677589" cy="1677589"/>
          </a:xfrm>
          <a:prstGeom prst="rect">
            <a:avLst/>
          </a:prstGeom>
        </p:spPr>
      </p:pic>
    </p:spTree>
    <p:extLst>
      <p:ext uri="{BB962C8B-B14F-4D97-AF65-F5344CB8AC3E}">
        <p14:creationId xmlns:p14="http://schemas.microsoft.com/office/powerpoint/2010/main" val="3389631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C8CFA-B571-3EEE-3C86-4AA9D1DA9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F5528-C778-5DE4-6FD5-44AB11085F52}"/>
              </a:ext>
            </a:extLst>
          </p:cNvPr>
          <p:cNvSpPr>
            <a:spLocks noGrp="1"/>
          </p:cNvSpPr>
          <p:nvPr>
            <p:ph type="ctrTitle"/>
          </p:nvPr>
        </p:nvSpPr>
        <p:spPr/>
        <p:txBody>
          <a:bodyPr/>
          <a:lstStyle/>
          <a:p>
            <a:r>
              <a:rPr lang="en-US" dirty="0"/>
              <a:t>Exploratory Data Analysis</a:t>
            </a:r>
          </a:p>
        </p:txBody>
      </p:sp>
    </p:spTree>
    <p:extLst>
      <p:ext uri="{BB962C8B-B14F-4D97-AF65-F5344CB8AC3E}">
        <p14:creationId xmlns:p14="http://schemas.microsoft.com/office/powerpoint/2010/main" val="315259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F527-F399-472F-E1B5-3F75BC2A4D32}"/>
              </a:ext>
            </a:extLst>
          </p:cNvPr>
          <p:cNvSpPr>
            <a:spLocks noGrp="1"/>
          </p:cNvSpPr>
          <p:nvPr>
            <p:ph type="title"/>
          </p:nvPr>
        </p:nvSpPr>
        <p:spPr/>
        <p:txBody>
          <a:bodyPr/>
          <a:lstStyle/>
          <a:p>
            <a:r>
              <a:rPr lang="en-US" dirty="0"/>
              <a:t>Exploratory Data Analysis</a:t>
            </a:r>
          </a:p>
        </p:txBody>
      </p:sp>
      <p:sp>
        <p:nvSpPr>
          <p:cNvPr id="3" name="Text Placeholder 2">
            <a:extLst>
              <a:ext uri="{FF2B5EF4-FFF2-40B4-BE49-F238E27FC236}">
                <a16:creationId xmlns:a16="http://schemas.microsoft.com/office/drawing/2014/main" id="{C60B4D62-16BD-451C-04DA-2500DBDFA58A}"/>
              </a:ext>
            </a:extLst>
          </p:cNvPr>
          <p:cNvSpPr>
            <a:spLocks noGrp="1"/>
          </p:cNvSpPr>
          <p:nvPr>
            <p:ph type="body" sz="half" idx="34"/>
          </p:nvPr>
        </p:nvSpPr>
        <p:spPr/>
        <p:txBody>
          <a:bodyPr/>
          <a:lstStyle/>
          <a:p>
            <a:r>
              <a:rPr lang="en-US" dirty="0"/>
              <a:t>Poverty &amp; Academic achievement</a:t>
            </a:r>
          </a:p>
        </p:txBody>
      </p:sp>
      <p:sp>
        <p:nvSpPr>
          <p:cNvPr id="4" name="Content Placeholder 3">
            <a:extLst>
              <a:ext uri="{FF2B5EF4-FFF2-40B4-BE49-F238E27FC236}">
                <a16:creationId xmlns:a16="http://schemas.microsoft.com/office/drawing/2014/main" id="{661D626D-FCFA-9877-7E29-502CDFCE344C}"/>
              </a:ext>
            </a:extLst>
          </p:cNvPr>
          <p:cNvSpPr>
            <a:spLocks noGrp="1"/>
          </p:cNvSpPr>
          <p:nvPr>
            <p:ph idx="10"/>
          </p:nvPr>
        </p:nvSpPr>
        <p:spPr>
          <a:xfrm>
            <a:off x="731520" y="1787488"/>
            <a:ext cx="4480560" cy="4258634"/>
          </a:xfrm>
        </p:spPr>
        <p:txBody>
          <a:bodyPr/>
          <a:lstStyle/>
          <a:p>
            <a:r>
              <a:rPr lang="en-US" dirty="0"/>
              <a:t>Relationship between poverty % and ELA test scores</a:t>
            </a:r>
          </a:p>
          <a:p>
            <a:r>
              <a:rPr lang="en-US" dirty="0"/>
              <a:t>As poverty % increases, test scores fall</a:t>
            </a:r>
          </a:p>
          <a:p>
            <a:r>
              <a:rPr lang="en-US" dirty="0"/>
              <a:t>Information in graph is just from 2019, proving that there were significant pre-existing correlations</a:t>
            </a:r>
          </a:p>
          <a:p>
            <a:r>
              <a:rPr lang="en-US" dirty="0"/>
              <a:t>How were achievement gaps widened post-pandemic?</a:t>
            </a:r>
          </a:p>
        </p:txBody>
      </p:sp>
      <p:sp>
        <p:nvSpPr>
          <p:cNvPr id="5" name="Footer Placeholder 4">
            <a:extLst>
              <a:ext uri="{FF2B5EF4-FFF2-40B4-BE49-F238E27FC236}">
                <a16:creationId xmlns:a16="http://schemas.microsoft.com/office/drawing/2014/main" id="{90286C5F-52BA-604C-9024-D4006EB36C26}"/>
              </a:ext>
            </a:extLst>
          </p:cNvPr>
          <p:cNvSpPr>
            <a:spLocks noGrp="1"/>
          </p:cNvSpPr>
          <p:nvPr>
            <p:ph type="ftr" sz="quarter" idx="3"/>
          </p:nvPr>
        </p:nvSpPr>
        <p:spPr/>
        <p:txBody>
          <a:bodyPr/>
          <a:lstStyle/>
          <a:p>
            <a:endParaRPr lang="en-US" dirty="0"/>
          </a:p>
        </p:txBody>
      </p:sp>
      <p:pic>
        <p:nvPicPr>
          <p:cNvPr id="6" name="Picture 5">
            <a:extLst>
              <a:ext uri="{FF2B5EF4-FFF2-40B4-BE49-F238E27FC236}">
                <a16:creationId xmlns:a16="http://schemas.microsoft.com/office/drawing/2014/main" id="{3C1D1230-BD02-4E7E-19CF-57113F21C59E}"/>
              </a:ext>
            </a:extLst>
          </p:cNvPr>
          <p:cNvPicPr>
            <a:picLocks noChangeAspect="1"/>
          </p:cNvPicPr>
          <p:nvPr/>
        </p:nvPicPr>
        <p:blipFill>
          <a:blip r:embed="rId2"/>
          <a:stretch>
            <a:fillRect/>
          </a:stretch>
        </p:blipFill>
        <p:spPr>
          <a:xfrm>
            <a:off x="5778403" y="1848825"/>
            <a:ext cx="5981644" cy="3866175"/>
          </a:xfrm>
          <a:prstGeom prst="rect">
            <a:avLst/>
          </a:prstGeom>
        </p:spPr>
      </p:pic>
    </p:spTree>
    <p:extLst>
      <p:ext uri="{BB962C8B-B14F-4D97-AF65-F5344CB8AC3E}">
        <p14:creationId xmlns:p14="http://schemas.microsoft.com/office/powerpoint/2010/main" val="3583910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2D447-DBC3-485D-ED70-2623F5DB4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2E25D-A581-F5E8-B3E5-FB654377F338}"/>
              </a:ext>
            </a:extLst>
          </p:cNvPr>
          <p:cNvSpPr>
            <a:spLocks noGrp="1"/>
          </p:cNvSpPr>
          <p:nvPr>
            <p:ph type="title"/>
          </p:nvPr>
        </p:nvSpPr>
        <p:spPr/>
        <p:txBody>
          <a:bodyPr/>
          <a:lstStyle/>
          <a:p>
            <a:r>
              <a:rPr lang="en-US" dirty="0"/>
              <a:t>Exploratory Data Analysis</a:t>
            </a:r>
          </a:p>
        </p:txBody>
      </p:sp>
      <p:sp>
        <p:nvSpPr>
          <p:cNvPr id="3" name="Text Placeholder 2">
            <a:extLst>
              <a:ext uri="{FF2B5EF4-FFF2-40B4-BE49-F238E27FC236}">
                <a16:creationId xmlns:a16="http://schemas.microsoft.com/office/drawing/2014/main" id="{4C998302-CCC7-518E-AF7D-1DF5BADF6143}"/>
              </a:ext>
            </a:extLst>
          </p:cNvPr>
          <p:cNvSpPr>
            <a:spLocks noGrp="1"/>
          </p:cNvSpPr>
          <p:nvPr>
            <p:ph type="body" sz="half" idx="34"/>
          </p:nvPr>
        </p:nvSpPr>
        <p:spPr/>
        <p:txBody>
          <a:bodyPr/>
          <a:lstStyle/>
          <a:p>
            <a:r>
              <a:rPr lang="en-US" dirty="0"/>
              <a:t>Grade Level trends</a:t>
            </a:r>
          </a:p>
        </p:txBody>
      </p:sp>
      <p:sp>
        <p:nvSpPr>
          <p:cNvPr id="4" name="Content Placeholder 3">
            <a:extLst>
              <a:ext uri="{FF2B5EF4-FFF2-40B4-BE49-F238E27FC236}">
                <a16:creationId xmlns:a16="http://schemas.microsoft.com/office/drawing/2014/main" id="{8D156D72-C5DD-ECDB-110C-4B4B4DA5D6CB}"/>
              </a:ext>
            </a:extLst>
          </p:cNvPr>
          <p:cNvSpPr>
            <a:spLocks noGrp="1"/>
          </p:cNvSpPr>
          <p:nvPr>
            <p:ph idx="10"/>
          </p:nvPr>
        </p:nvSpPr>
        <p:spPr>
          <a:xfrm>
            <a:off x="731520" y="1787488"/>
            <a:ext cx="4480560" cy="4258634"/>
          </a:xfrm>
        </p:spPr>
        <p:txBody>
          <a:bodyPr/>
          <a:lstStyle/>
          <a:p>
            <a:r>
              <a:rPr lang="en-US" dirty="0"/>
              <a:t>Plot shows some insight on upcoming results</a:t>
            </a:r>
          </a:p>
          <a:p>
            <a:r>
              <a:rPr lang="en-US" dirty="0"/>
              <a:t>Binary variable using 60% cutoff </a:t>
            </a:r>
          </a:p>
          <a:p>
            <a:pPr lvl="1"/>
            <a:r>
              <a:rPr lang="en-US" dirty="0"/>
              <a:t>&gt;60%: High poverty schools </a:t>
            </a:r>
          </a:p>
          <a:p>
            <a:pPr lvl="1"/>
            <a:r>
              <a:rPr lang="en-US" dirty="0"/>
              <a:t>&lt;60%: Low poverty schools</a:t>
            </a:r>
          </a:p>
          <a:p>
            <a:r>
              <a:rPr lang="en-US" dirty="0"/>
              <a:t>Third and fourth graders showing significant declines</a:t>
            </a:r>
          </a:p>
          <a:p>
            <a:r>
              <a:rPr lang="en-US" dirty="0"/>
              <a:t>Some upward trends for older grade levels </a:t>
            </a:r>
          </a:p>
        </p:txBody>
      </p:sp>
      <p:sp>
        <p:nvSpPr>
          <p:cNvPr id="5" name="Footer Placeholder 4">
            <a:extLst>
              <a:ext uri="{FF2B5EF4-FFF2-40B4-BE49-F238E27FC236}">
                <a16:creationId xmlns:a16="http://schemas.microsoft.com/office/drawing/2014/main" id="{92C17583-41AC-3273-9153-6E029D9991F8}"/>
              </a:ext>
            </a:extLst>
          </p:cNvPr>
          <p:cNvSpPr>
            <a:spLocks noGrp="1"/>
          </p:cNvSpPr>
          <p:nvPr>
            <p:ph type="ftr" sz="quarter" idx="3"/>
          </p:nvPr>
        </p:nvSpPr>
        <p:spPr/>
        <p:txBody>
          <a:bodyPr/>
          <a:lstStyle/>
          <a:p>
            <a:endParaRPr lang="en-US" dirty="0"/>
          </a:p>
        </p:txBody>
      </p:sp>
      <p:pic>
        <p:nvPicPr>
          <p:cNvPr id="7" name="Picture 6">
            <a:extLst>
              <a:ext uri="{FF2B5EF4-FFF2-40B4-BE49-F238E27FC236}">
                <a16:creationId xmlns:a16="http://schemas.microsoft.com/office/drawing/2014/main" id="{46C1A2E3-D7EB-7C89-0085-EE079480F5E2}"/>
              </a:ext>
            </a:extLst>
          </p:cNvPr>
          <p:cNvPicPr>
            <a:picLocks noChangeAspect="1"/>
          </p:cNvPicPr>
          <p:nvPr/>
        </p:nvPicPr>
        <p:blipFill>
          <a:blip r:embed="rId2"/>
          <a:stretch>
            <a:fillRect/>
          </a:stretch>
        </p:blipFill>
        <p:spPr>
          <a:xfrm>
            <a:off x="5486400" y="1522394"/>
            <a:ext cx="6276364" cy="3813211"/>
          </a:xfrm>
          <a:prstGeom prst="rect">
            <a:avLst/>
          </a:prstGeom>
        </p:spPr>
      </p:pic>
    </p:spTree>
    <p:extLst>
      <p:ext uri="{BB962C8B-B14F-4D97-AF65-F5344CB8AC3E}">
        <p14:creationId xmlns:p14="http://schemas.microsoft.com/office/powerpoint/2010/main" val="1432457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CBF33-636F-1C5D-A6F0-D2ECE8E5B426}"/>
              </a:ext>
            </a:extLst>
          </p:cNvPr>
          <p:cNvSpPr>
            <a:spLocks noGrp="1"/>
          </p:cNvSpPr>
          <p:nvPr>
            <p:ph type="ctrTitle"/>
          </p:nvPr>
        </p:nvSpPr>
        <p:spPr/>
        <p:txBody>
          <a:bodyPr/>
          <a:lstStyle/>
          <a:p>
            <a:r>
              <a:rPr lang="en-US" dirty="0"/>
              <a:t>Modeling Approach</a:t>
            </a:r>
          </a:p>
        </p:txBody>
      </p:sp>
    </p:spTree>
    <p:extLst>
      <p:ext uri="{BB962C8B-B14F-4D97-AF65-F5344CB8AC3E}">
        <p14:creationId xmlns:p14="http://schemas.microsoft.com/office/powerpoint/2010/main" val="2653652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E2EF2-3B98-22DE-8DCD-51C4D403E94E}"/>
              </a:ext>
            </a:extLst>
          </p:cNvPr>
          <p:cNvSpPr>
            <a:spLocks noGrp="1"/>
          </p:cNvSpPr>
          <p:nvPr>
            <p:ph type="title"/>
          </p:nvPr>
        </p:nvSpPr>
        <p:spPr/>
        <p:txBody>
          <a:bodyPr/>
          <a:lstStyle/>
          <a:p>
            <a:r>
              <a:rPr lang="en-US" dirty="0"/>
              <a:t>Modeling Overview</a:t>
            </a:r>
          </a:p>
        </p:txBody>
      </p:sp>
      <p:sp>
        <p:nvSpPr>
          <p:cNvPr id="3" name="Text Placeholder 2">
            <a:extLst>
              <a:ext uri="{FF2B5EF4-FFF2-40B4-BE49-F238E27FC236}">
                <a16:creationId xmlns:a16="http://schemas.microsoft.com/office/drawing/2014/main" id="{8E6095B9-A534-CD0A-F5FE-535B526A7E9A}"/>
              </a:ext>
            </a:extLst>
          </p:cNvPr>
          <p:cNvSpPr>
            <a:spLocks noGrp="1"/>
          </p:cNvSpPr>
          <p:nvPr>
            <p:ph type="body" sz="half" idx="34"/>
          </p:nvPr>
        </p:nvSpPr>
        <p:spPr/>
        <p:txBody>
          <a:bodyPr/>
          <a:lstStyle/>
          <a:p>
            <a:r>
              <a:rPr lang="en-US" dirty="0"/>
              <a:t>Model equations</a:t>
            </a:r>
          </a:p>
        </p:txBody>
      </p:sp>
      <p:sp>
        <p:nvSpPr>
          <p:cNvPr id="4" name="Content Placeholder 3">
            <a:extLst>
              <a:ext uri="{FF2B5EF4-FFF2-40B4-BE49-F238E27FC236}">
                <a16:creationId xmlns:a16="http://schemas.microsoft.com/office/drawing/2014/main" id="{A6ECA75C-2559-95E2-35E0-7FBB2FD00DFB}"/>
              </a:ext>
            </a:extLst>
          </p:cNvPr>
          <p:cNvSpPr>
            <a:spLocks noGrp="1"/>
          </p:cNvSpPr>
          <p:nvPr>
            <p:ph idx="10"/>
          </p:nvPr>
        </p:nvSpPr>
        <p:spPr>
          <a:xfrm>
            <a:off x="731520" y="1981200"/>
            <a:ext cx="10586184" cy="4064922"/>
          </a:xfrm>
        </p:spPr>
        <p:txBody>
          <a:bodyPr/>
          <a:lstStyle/>
          <a:p>
            <a:r>
              <a:rPr lang="en-US" dirty="0"/>
              <a:t>Two-way fixed effects difference-in-difference models</a:t>
            </a:r>
          </a:p>
          <a:p>
            <a:pPr lvl="1"/>
            <a:r>
              <a:rPr lang="en-US" dirty="0"/>
              <a:t>Fixed effects refer to unobserved school specific characteristics and time-invariant shocks</a:t>
            </a:r>
          </a:p>
          <a:p>
            <a:pPr marL="457200" lvl="1" indent="0">
              <a:buNone/>
            </a:pPr>
            <a:endParaRPr lang="en-US" dirty="0"/>
          </a:p>
          <a:p>
            <a:r>
              <a:rPr lang="en-US" dirty="0"/>
              <a:t>Incorporation of more pre-period information requires the validation of the </a:t>
            </a:r>
            <a:r>
              <a:rPr lang="en-US" b="1" dirty="0"/>
              <a:t>parallel trends assumption</a:t>
            </a:r>
          </a:p>
          <a:p>
            <a:pPr lvl="1"/>
            <a:r>
              <a:rPr lang="en-US" dirty="0"/>
              <a:t>In the absence of treatment, treatment and control groups would trend the same way over time </a:t>
            </a:r>
          </a:p>
          <a:p>
            <a:r>
              <a:rPr lang="en-US" dirty="0"/>
              <a:t>Modeling performed using Python’s </a:t>
            </a:r>
            <a:r>
              <a:rPr lang="en-US" dirty="0" err="1"/>
              <a:t>linearmodels</a:t>
            </a:r>
            <a:r>
              <a:rPr lang="en-US" dirty="0"/>
              <a:t> package with the </a:t>
            </a:r>
            <a:r>
              <a:rPr lang="en-US" dirty="0" err="1"/>
              <a:t>PanelOLS</a:t>
            </a:r>
            <a:r>
              <a:rPr lang="en-US" dirty="0"/>
              <a:t> function</a:t>
            </a:r>
          </a:p>
          <a:p>
            <a:pPr lvl="1"/>
            <a:r>
              <a:rPr lang="en-US" dirty="0"/>
              <a:t>All models used the number of students tested as a weight</a:t>
            </a:r>
          </a:p>
        </p:txBody>
      </p:sp>
    </p:spTree>
    <p:extLst>
      <p:ext uri="{BB962C8B-B14F-4D97-AF65-F5344CB8AC3E}">
        <p14:creationId xmlns:p14="http://schemas.microsoft.com/office/powerpoint/2010/main" val="1220674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42E6-FEE0-D4A9-E076-8131FD358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2130D0-18F8-B8B9-F02D-7FAE21CB3D55}"/>
              </a:ext>
            </a:extLst>
          </p:cNvPr>
          <p:cNvSpPr>
            <a:spLocks noGrp="1"/>
          </p:cNvSpPr>
          <p:nvPr>
            <p:ph type="title"/>
          </p:nvPr>
        </p:nvSpPr>
        <p:spPr/>
        <p:txBody>
          <a:bodyPr/>
          <a:lstStyle/>
          <a:p>
            <a:r>
              <a:rPr lang="en-US" dirty="0"/>
              <a:t>Initial Modeling Approach</a:t>
            </a:r>
          </a:p>
        </p:txBody>
      </p:sp>
      <p:sp>
        <p:nvSpPr>
          <p:cNvPr id="3" name="Text Placeholder 2">
            <a:extLst>
              <a:ext uri="{FF2B5EF4-FFF2-40B4-BE49-F238E27FC236}">
                <a16:creationId xmlns:a16="http://schemas.microsoft.com/office/drawing/2014/main" id="{BD8922B2-E883-9A91-635C-B41C4F79461C}"/>
              </a:ext>
            </a:extLst>
          </p:cNvPr>
          <p:cNvSpPr>
            <a:spLocks noGrp="1"/>
          </p:cNvSpPr>
          <p:nvPr>
            <p:ph type="body" sz="half" idx="34"/>
          </p:nvPr>
        </p:nvSpPr>
        <p:spPr/>
        <p:txBody>
          <a:bodyPr/>
          <a:lstStyle/>
          <a:p>
            <a:r>
              <a:rPr lang="en-US" dirty="0"/>
              <a:t>Model equations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6CA3516-5EC5-AAF8-3A0E-FF7AD54B1A61}"/>
                  </a:ext>
                </a:extLst>
              </p:cNvPr>
              <p:cNvSpPr>
                <a:spLocks noGrp="1"/>
              </p:cNvSpPr>
              <p:nvPr>
                <p:ph idx="10"/>
              </p:nvPr>
            </p:nvSpPr>
            <p:spPr>
              <a:xfrm>
                <a:off x="731520" y="1981200"/>
                <a:ext cx="10586184" cy="4064922"/>
              </a:xfrm>
            </p:spPr>
            <p:txBody>
              <a:bodyPr/>
              <a:lstStyle/>
              <a:p>
                <a:r>
                  <a:rPr lang="en-US" b="1" dirty="0"/>
                  <a:t>Initial Model: </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𝑀𝑒𝑎𝑛</m:t>
                          </m:r>
                          <m:r>
                            <a:rPr lang="en-US" i="1">
                              <a:latin typeface="Cambria Math" panose="02040503050406030204" pitchFamily="18" charset="0"/>
                            </a:rPr>
                            <m:t> </m:t>
                          </m:r>
                          <m:r>
                            <a:rPr lang="en-US" i="1">
                              <a:latin typeface="Cambria Math" panose="02040503050406030204" pitchFamily="18" charset="0"/>
                            </a:rPr>
                            <m:t>𝑆𝑐𝑎𝑙𝑒</m:t>
                          </m:r>
                          <m:r>
                            <a:rPr lang="en-US" i="1">
                              <a:latin typeface="Cambria Math" panose="02040503050406030204" pitchFamily="18" charset="0"/>
                            </a:rPr>
                            <m:t> </m:t>
                          </m:r>
                          <m:r>
                            <a:rPr lang="en-US" i="1">
                              <a:latin typeface="Cambria Math" panose="02040503050406030204" pitchFamily="18" charset="0"/>
                            </a:rPr>
                            <m:t>𝑆𝑐𝑜𝑟𝑒</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𝑃𝑜𝑠𝑡</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𝑇𝑟𝑒𝑎𝑡𝑒𝑑</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Where:</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m:t>
                        </m:r>
                      </m:sub>
                    </m:sSub>
                  </m:oMath>
                </a14:m>
                <a:r>
                  <a:rPr lang="en-US" dirty="0"/>
                  <a:t> = school fixed effects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oMath>
                </a14:m>
                <a:r>
                  <a:rPr lang="en-US" dirty="0"/>
                  <a:t> = time fixed effects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oMath>
                </a14:m>
                <a:r>
                  <a:rPr lang="en-US" dirty="0"/>
                  <a:t> = interaction term, coefficient of interest</a:t>
                </a:r>
              </a:p>
              <a:p>
                <a:pPr lvl="2"/>
                <a:r>
                  <a:rPr lang="en-US" dirty="0"/>
                  <a:t>Post = 2022, binary variable</a:t>
                </a:r>
              </a:p>
              <a:p>
                <a:pPr lvl="2"/>
                <a:r>
                  <a:rPr lang="en-US" dirty="0"/>
                  <a:t>Treated: Binary poverty classification using 60% threshold</a:t>
                </a:r>
              </a:p>
              <a:p>
                <a:pPr marL="0" indent="0">
                  <a:buNone/>
                </a:pPr>
                <a:endParaRPr lang="en-US" dirty="0"/>
              </a:p>
            </p:txBody>
          </p:sp>
        </mc:Choice>
        <mc:Fallback xmlns="">
          <p:sp>
            <p:nvSpPr>
              <p:cNvPr id="4" name="Content Placeholder 3">
                <a:extLst>
                  <a:ext uri="{FF2B5EF4-FFF2-40B4-BE49-F238E27FC236}">
                    <a16:creationId xmlns:a16="http://schemas.microsoft.com/office/drawing/2014/main" id="{86CA3516-5EC5-AAF8-3A0E-FF7AD54B1A61}"/>
                  </a:ext>
                </a:extLst>
              </p:cNvPr>
              <p:cNvSpPr>
                <a:spLocks noGrp="1" noRot="1" noChangeAspect="1" noMove="1" noResize="1" noEditPoints="1" noAdjustHandles="1" noChangeArrowheads="1" noChangeShapeType="1" noTextEdit="1"/>
              </p:cNvSpPr>
              <p:nvPr>
                <p:ph idx="10"/>
              </p:nvPr>
            </p:nvSpPr>
            <p:spPr>
              <a:xfrm>
                <a:off x="731520" y="1981200"/>
                <a:ext cx="10586184" cy="4064922"/>
              </a:xfrm>
              <a:blipFill>
                <a:blip r:embed="rId2"/>
                <a:stretch>
                  <a:fillRect l="-1151" t="-1499"/>
                </a:stretch>
              </a:blipFill>
            </p:spPr>
            <p:txBody>
              <a:bodyPr/>
              <a:lstStyle/>
              <a:p>
                <a:r>
                  <a:rPr lang="en-US">
                    <a:noFill/>
                  </a:rPr>
                  <a:t> </a:t>
                </a:r>
              </a:p>
            </p:txBody>
          </p:sp>
        </mc:Fallback>
      </mc:AlternateContent>
    </p:spTree>
    <p:extLst>
      <p:ext uri="{BB962C8B-B14F-4D97-AF65-F5344CB8AC3E}">
        <p14:creationId xmlns:p14="http://schemas.microsoft.com/office/powerpoint/2010/main" val="2966710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D9CEE-F0ED-C98D-FC69-2C327921E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E1223-18DD-9DD1-4A28-30855C00801D}"/>
              </a:ext>
            </a:extLst>
          </p:cNvPr>
          <p:cNvSpPr>
            <a:spLocks noGrp="1"/>
          </p:cNvSpPr>
          <p:nvPr>
            <p:ph type="title"/>
          </p:nvPr>
        </p:nvSpPr>
        <p:spPr/>
        <p:txBody>
          <a:bodyPr/>
          <a:lstStyle/>
          <a:p>
            <a:r>
              <a:rPr lang="en-US" dirty="0"/>
              <a:t>Improved Modeling Approach</a:t>
            </a:r>
          </a:p>
        </p:txBody>
      </p:sp>
      <p:sp>
        <p:nvSpPr>
          <p:cNvPr id="3" name="Text Placeholder 2">
            <a:extLst>
              <a:ext uri="{FF2B5EF4-FFF2-40B4-BE49-F238E27FC236}">
                <a16:creationId xmlns:a16="http://schemas.microsoft.com/office/drawing/2014/main" id="{3D5B8986-0927-2601-8492-ADEC81793411}"/>
              </a:ext>
            </a:extLst>
          </p:cNvPr>
          <p:cNvSpPr>
            <a:spLocks noGrp="1"/>
          </p:cNvSpPr>
          <p:nvPr>
            <p:ph type="body" sz="half" idx="34"/>
          </p:nvPr>
        </p:nvSpPr>
        <p:spPr/>
        <p:txBody>
          <a:bodyPr/>
          <a:lstStyle/>
          <a:p>
            <a:r>
              <a:rPr lang="en-US" dirty="0"/>
              <a:t>Model equations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B929088-0687-35CA-7EEA-A97916494326}"/>
                  </a:ext>
                </a:extLst>
              </p:cNvPr>
              <p:cNvSpPr>
                <a:spLocks noGrp="1"/>
              </p:cNvSpPr>
              <p:nvPr>
                <p:ph idx="10"/>
              </p:nvPr>
            </p:nvSpPr>
            <p:spPr>
              <a:xfrm>
                <a:off x="731520" y="1981200"/>
                <a:ext cx="10586184" cy="4064922"/>
              </a:xfrm>
            </p:spPr>
            <p:txBody>
              <a:bodyPr/>
              <a:lstStyle/>
              <a:p>
                <a:r>
                  <a:rPr lang="en-US" b="1" dirty="0"/>
                  <a:t>Improved Model: </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𝑀𝑒𝑎𝑛</m:t>
                          </m:r>
                          <m:r>
                            <a:rPr lang="en-US" i="1">
                              <a:latin typeface="Cambria Math" panose="02040503050406030204" pitchFamily="18" charset="0"/>
                            </a:rPr>
                            <m:t> </m:t>
                          </m:r>
                          <m:r>
                            <a:rPr lang="en-US" i="1">
                              <a:latin typeface="Cambria Math" panose="02040503050406030204" pitchFamily="18" charset="0"/>
                            </a:rPr>
                            <m:t>𝑆𝑐𝑎𝑙𝑒</m:t>
                          </m:r>
                          <m:r>
                            <a:rPr lang="en-US" i="1">
                              <a:latin typeface="Cambria Math" panose="02040503050406030204" pitchFamily="18" charset="0"/>
                            </a:rPr>
                            <m:t> </m:t>
                          </m:r>
                          <m:r>
                            <a:rPr lang="en-US" i="1">
                              <a:latin typeface="Cambria Math" panose="02040503050406030204" pitchFamily="18" charset="0"/>
                            </a:rPr>
                            <m:t>𝑆𝑐𝑜𝑟𝑒</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sSub>
                        <m:sSubPr>
                          <m:ctrlPr>
                            <a:rPr lang="en-US" i="1">
                              <a:latin typeface="Cambria Math" panose="02040503050406030204" pitchFamily="18" charset="0"/>
                            </a:rPr>
                          </m:ctrlPr>
                        </m:sSubPr>
                        <m:e>
                          <m:d>
                            <m:dPr>
                              <m:ctrlPr>
                                <a:rPr lang="en-US" i="1">
                                  <a:latin typeface="Cambria Math" panose="02040503050406030204" pitchFamily="18" charset="0"/>
                                </a:rPr>
                              </m:ctrlPr>
                            </m:dPr>
                            <m:e>
                              <m:r>
                                <a:rPr lang="en-US" i="1">
                                  <a:latin typeface="Cambria Math" panose="02040503050406030204" pitchFamily="18" charset="0"/>
                                </a:rPr>
                                <m:t>𝑃𝑟𝑒</m:t>
                              </m:r>
                              <m:r>
                                <a:rPr lang="en-US" i="1">
                                  <a:latin typeface="Cambria Math" panose="02040503050406030204" pitchFamily="18" charset="0"/>
                                </a:rPr>
                                <m:t>∗</m:t>
                              </m:r>
                              <m:r>
                                <a:rPr lang="en-US" i="1">
                                  <a:latin typeface="Cambria Math" panose="02040503050406030204" pitchFamily="18" charset="0"/>
                                </a:rPr>
                                <m:t>𝑃𝑜𝑣𝑒𝑟𝑡𝑦</m:t>
                              </m:r>
                            </m:e>
                          </m:d>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2</m:t>
                          </m:r>
                        </m:sub>
                      </m:sSub>
                      <m:sSub>
                        <m:sSubPr>
                          <m:ctrlPr>
                            <a:rPr lang="en-US" i="1">
                              <a:latin typeface="Cambria Math" panose="02040503050406030204" pitchFamily="18" charset="0"/>
                            </a:rPr>
                          </m:ctrlPr>
                        </m:sSubPr>
                        <m:e>
                          <m:d>
                            <m:dPr>
                              <m:ctrlPr>
                                <a:rPr lang="en-US" i="1">
                                  <a:latin typeface="Cambria Math" panose="02040503050406030204" pitchFamily="18" charset="0"/>
                                </a:rPr>
                              </m:ctrlPr>
                            </m:dPr>
                            <m:e>
                              <m:r>
                                <a:rPr lang="en-US" i="1">
                                  <a:latin typeface="Cambria Math" panose="02040503050406030204" pitchFamily="18" charset="0"/>
                                </a:rPr>
                                <m:t>𝑃𝑜𝑠𝑡</m:t>
                              </m:r>
                              <m:r>
                                <a:rPr lang="en-US" i="1">
                                  <a:latin typeface="Cambria Math" panose="02040503050406030204" pitchFamily="18" charset="0"/>
                                </a:rPr>
                                <m:t>∗</m:t>
                              </m:r>
                              <m:r>
                                <a:rPr lang="en-US" i="1">
                                  <a:latin typeface="Cambria Math" panose="02040503050406030204" pitchFamily="18" charset="0"/>
                                </a:rPr>
                                <m:t>𝑃𝑜𝑣𝑒𝑟𝑡𝑦</m:t>
                              </m:r>
                            </m:e>
                          </m:d>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sub>
                      </m:sSub>
                    </m:oMath>
                  </m:oMathPara>
                </a14:m>
                <a:endParaRPr lang="en-US" dirty="0"/>
              </a:p>
              <a:p>
                <a:pPr marL="0" indent="0">
                  <a:buNone/>
                </a:pPr>
                <a:r>
                  <a:rPr lang="en-US" dirty="0"/>
                  <a:t>Where:</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𝑖</m:t>
                        </m:r>
                      </m:sub>
                    </m:sSub>
                  </m:oMath>
                </a14:m>
                <a:r>
                  <a:rPr lang="en-US" dirty="0"/>
                  <a:t> = school fixed effects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oMath>
                </a14:m>
                <a:r>
                  <a:rPr lang="en-US" dirty="0"/>
                  <a:t> = time fixed effects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oMath>
                </a14:m>
                <a:r>
                  <a:rPr lang="en-US" dirty="0"/>
                  <a:t> = interaction term, parallel  trends assessment</a:t>
                </a:r>
              </a:p>
              <a:p>
                <a:pPr lvl="2"/>
                <a:r>
                  <a:rPr lang="en-US" dirty="0"/>
                  <a:t>Pre = 2018, binary variable</a:t>
                </a:r>
              </a:p>
              <a:p>
                <a:pPr lvl="2"/>
                <a:r>
                  <a:rPr lang="en-US" dirty="0"/>
                  <a:t>Poverty = continuous variable (%), using a baseline poverty rate from 2019 for consistency</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2</m:t>
                        </m:r>
                      </m:sub>
                    </m:sSub>
                  </m:oMath>
                </a14:m>
                <a:r>
                  <a:rPr lang="en-US" dirty="0"/>
                  <a:t> = interaction term, coefficient of interest</a:t>
                </a:r>
              </a:p>
              <a:p>
                <a:pPr lvl="2"/>
                <a:r>
                  <a:rPr lang="en-US" dirty="0"/>
                  <a:t>Post = 2022, binary variable</a:t>
                </a:r>
              </a:p>
              <a:p>
                <a:pPr lvl="2"/>
                <a:r>
                  <a:rPr lang="en-US" dirty="0"/>
                  <a:t>Poverty = continuous variable using baseline</a:t>
                </a:r>
              </a:p>
            </p:txBody>
          </p:sp>
        </mc:Choice>
        <mc:Fallback xmlns="">
          <p:sp>
            <p:nvSpPr>
              <p:cNvPr id="4" name="Content Placeholder 3">
                <a:extLst>
                  <a:ext uri="{FF2B5EF4-FFF2-40B4-BE49-F238E27FC236}">
                    <a16:creationId xmlns:a16="http://schemas.microsoft.com/office/drawing/2014/main" id="{FB929088-0687-35CA-7EEA-A97916494326}"/>
                  </a:ext>
                </a:extLst>
              </p:cNvPr>
              <p:cNvSpPr>
                <a:spLocks noGrp="1" noRot="1" noChangeAspect="1" noMove="1" noResize="1" noEditPoints="1" noAdjustHandles="1" noChangeArrowheads="1" noChangeShapeType="1" noTextEdit="1"/>
              </p:cNvSpPr>
              <p:nvPr>
                <p:ph idx="10"/>
              </p:nvPr>
            </p:nvSpPr>
            <p:spPr>
              <a:xfrm>
                <a:off x="731520" y="1981200"/>
                <a:ext cx="10586184" cy="4064922"/>
              </a:xfrm>
              <a:blipFill>
                <a:blip r:embed="rId2"/>
                <a:stretch>
                  <a:fillRect l="-1151" t="-1499"/>
                </a:stretch>
              </a:blipFill>
            </p:spPr>
            <p:txBody>
              <a:bodyPr/>
              <a:lstStyle/>
              <a:p>
                <a:r>
                  <a:rPr lang="en-US">
                    <a:noFill/>
                  </a:rPr>
                  <a:t> </a:t>
                </a:r>
              </a:p>
            </p:txBody>
          </p:sp>
        </mc:Fallback>
      </mc:AlternateContent>
    </p:spTree>
    <p:extLst>
      <p:ext uri="{BB962C8B-B14F-4D97-AF65-F5344CB8AC3E}">
        <p14:creationId xmlns:p14="http://schemas.microsoft.com/office/powerpoint/2010/main" val="2275775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F6B1-2514-05CE-9699-5378E47D0699}"/>
              </a:ext>
            </a:extLst>
          </p:cNvPr>
          <p:cNvSpPr>
            <a:spLocks noGrp="1"/>
          </p:cNvSpPr>
          <p:nvPr>
            <p:ph type="title"/>
          </p:nvPr>
        </p:nvSpPr>
        <p:spPr/>
        <p:txBody>
          <a:bodyPr/>
          <a:lstStyle/>
          <a:p>
            <a:r>
              <a:rPr lang="en-US" dirty="0"/>
              <a:t>Modeling Approach</a:t>
            </a:r>
          </a:p>
        </p:txBody>
      </p:sp>
      <p:sp>
        <p:nvSpPr>
          <p:cNvPr id="3" name="Text Placeholder 2">
            <a:extLst>
              <a:ext uri="{FF2B5EF4-FFF2-40B4-BE49-F238E27FC236}">
                <a16:creationId xmlns:a16="http://schemas.microsoft.com/office/drawing/2014/main" id="{33F23B36-E175-1BF0-A546-D3C4478B86F8}"/>
              </a:ext>
            </a:extLst>
          </p:cNvPr>
          <p:cNvSpPr>
            <a:spLocks noGrp="1"/>
          </p:cNvSpPr>
          <p:nvPr>
            <p:ph type="body" sz="half" idx="34"/>
          </p:nvPr>
        </p:nvSpPr>
        <p:spPr/>
        <p:txBody>
          <a:bodyPr/>
          <a:lstStyle/>
          <a:p>
            <a:r>
              <a:rPr lang="en-US" dirty="0"/>
              <a:t>Project pipeline</a:t>
            </a:r>
          </a:p>
        </p:txBody>
      </p:sp>
      <p:sp>
        <p:nvSpPr>
          <p:cNvPr id="4" name="Content Placeholder 3">
            <a:extLst>
              <a:ext uri="{FF2B5EF4-FFF2-40B4-BE49-F238E27FC236}">
                <a16:creationId xmlns:a16="http://schemas.microsoft.com/office/drawing/2014/main" id="{212B30ED-8491-5255-44EF-62C2D157DA7B}"/>
              </a:ext>
            </a:extLst>
          </p:cNvPr>
          <p:cNvSpPr>
            <a:spLocks noGrp="1"/>
          </p:cNvSpPr>
          <p:nvPr>
            <p:ph idx="10"/>
          </p:nvPr>
        </p:nvSpPr>
        <p:spPr>
          <a:xfrm>
            <a:off x="731520" y="1787488"/>
            <a:ext cx="3642360" cy="4258634"/>
          </a:xfrm>
        </p:spPr>
        <p:txBody>
          <a:bodyPr/>
          <a:lstStyle/>
          <a:p>
            <a:r>
              <a:rPr lang="en-US" dirty="0"/>
              <a:t>Project begins with feature engineering</a:t>
            </a:r>
          </a:p>
          <a:p>
            <a:r>
              <a:rPr lang="en-US" dirty="0"/>
              <a:t>Transitions from initial model to improved model</a:t>
            </a:r>
          </a:p>
          <a:p>
            <a:r>
              <a:rPr lang="en-US" dirty="0"/>
              <a:t>Sensitivity analysis is performed for the improved model using </a:t>
            </a:r>
            <a:r>
              <a:rPr lang="en-US" dirty="0" err="1"/>
              <a:t>HonestDiD</a:t>
            </a:r>
            <a:r>
              <a:rPr lang="en-US" dirty="0"/>
              <a:t> framework</a:t>
            </a:r>
          </a:p>
        </p:txBody>
      </p:sp>
      <p:pic>
        <p:nvPicPr>
          <p:cNvPr id="7" name="Picture 6">
            <a:extLst>
              <a:ext uri="{FF2B5EF4-FFF2-40B4-BE49-F238E27FC236}">
                <a16:creationId xmlns:a16="http://schemas.microsoft.com/office/drawing/2014/main" id="{3202C6EA-74FA-3261-F6B2-A3E1636D3D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7760" y="1143000"/>
            <a:ext cx="6987540" cy="4255303"/>
          </a:xfrm>
          <a:prstGeom prst="rect">
            <a:avLst/>
          </a:prstGeom>
        </p:spPr>
      </p:pic>
    </p:spTree>
    <p:extLst>
      <p:ext uri="{BB962C8B-B14F-4D97-AF65-F5344CB8AC3E}">
        <p14:creationId xmlns:p14="http://schemas.microsoft.com/office/powerpoint/2010/main" val="3043839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2D805-7E96-B15C-CDB5-F3158DAF0B3A}"/>
              </a:ext>
            </a:extLst>
          </p:cNvPr>
          <p:cNvSpPr>
            <a:spLocks noGrp="1"/>
          </p:cNvSpPr>
          <p:nvPr>
            <p:ph type="ctrTitle"/>
          </p:nvPr>
        </p:nvSpPr>
        <p:spPr/>
        <p:txBody>
          <a:bodyPr/>
          <a:lstStyle/>
          <a:p>
            <a:r>
              <a:rPr lang="en-US" dirty="0"/>
              <a:t>Initial Model</a:t>
            </a:r>
          </a:p>
        </p:txBody>
      </p:sp>
    </p:spTree>
    <p:extLst>
      <p:ext uri="{BB962C8B-B14F-4D97-AF65-F5344CB8AC3E}">
        <p14:creationId xmlns:p14="http://schemas.microsoft.com/office/powerpoint/2010/main" val="441033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2D31-8379-5CB8-6C3D-6084FDAAAF13}"/>
              </a:ext>
            </a:extLst>
          </p:cNvPr>
          <p:cNvSpPr>
            <a:spLocks noGrp="1"/>
          </p:cNvSpPr>
          <p:nvPr>
            <p:ph type="title"/>
          </p:nvPr>
        </p:nvSpPr>
        <p:spPr/>
        <p:txBody>
          <a:bodyPr/>
          <a:lstStyle/>
          <a:p>
            <a:r>
              <a:rPr lang="en-US" dirty="0"/>
              <a:t>Initial Model</a:t>
            </a:r>
          </a:p>
        </p:txBody>
      </p:sp>
      <p:sp>
        <p:nvSpPr>
          <p:cNvPr id="3" name="Text Placeholder 2">
            <a:extLst>
              <a:ext uri="{FF2B5EF4-FFF2-40B4-BE49-F238E27FC236}">
                <a16:creationId xmlns:a16="http://schemas.microsoft.com/office/drawing/2014/main" id="{D231371A-71FF-E054-8EC5-0C5C6B1F6EE4}"/>
              </a:ext>
            </a:extLst>
          </p:cNvPr>
          <p:cNvSpPr>
            <a:spLocks noGrp="1"/>
          </p:cNvSpPr>
          <p:nvPr>
            <p:ph type="body" sz="half" idx="34"/>
          </p:nvPr>
        </p:nvSpPr>
        <p:spPr/>
        <p:txBody>
          <a:bodyPr/>
          <a:lstStyle/>
          <a:p>
            <a:r>
              <a:rPr lang="en-US" dirty="0"/>
              <a:t>Results</a:t>
            </a:r>
          </a:p>
        </p:txBody>
      </p:sp>
      <p:sp>
        <p:nvSpPr>
          <p:cNvPr id="4" name="Content Placeholder 3">
            <a:extLst>
              <a:ext uri="{FF2B5EF4-FFF2-40B4-BE49-F238E27FC236}">
                <a16:creationId xmlns:a16="http://schemas.microsoft.com/office/drawing/2014/main" id="{EB14D144-8A66-1E93-39FB-038462269F6F}"/>
              </a:ext>
            </a:extLst>
          </p:cNvPr>
          <p:cNvSpPr>
            <a:spLocks noGrp="1"/>
          </p:cNvSpPr>
          <p:nvPr>
            <p:ph idx="10"/>
          </p:nvPr>
        </p:nvSpPr>
        <p:spPr>
          <a:xfrm>
            <a:off x="845820" y="4792980"/>
            <a:ext cx="9395460" cy="1253142"/>
          </a:xfrm>
        </p:spPr>
        <p:txBody>
          <a:bodyPr/>
          <a:lstStyle/>
          <a:p>
            <a:r>
              <a:rPr lang="en-US" dirty="0"/>
              <a:t>Almost all  coefficients are statistically significant</a:t>
            </a:r>
          </a:p>
          <a:p>
            <a:r>
              <a:rPr lang="en-US" dirty="0"/>
              <a:t>Coefficients for third and fourth graders are negative and statistically significant</a:t>
            </a:r>
          </a:p>
          <a:p>
            <a:r>
              <a:rPr lang="en-US" dirty="0"/>
              <a:t>Schools with high poverty experienced an additional decline of 2.42 and 2.97 points on ELA exams for third and fourth graders, respectively</a:t>
            </a:r>
          </a:p>
        </p:txBody>
      </p:sp>
      <mc:AlternateContent xmlns:mc="http://schemas.openxmlformats.org/markup-compatibility/2006" xmlns:a14="http://schemas.microsoft.com/office/drawing/2010/main">
        <mc:Choice Requires="a14">
          <p:graphicFrame>
            <p:nvGraphicFramePr>
              <p:cNvPr id="6" name="Content Placeholder 5">
                <a:extLst>
                  <a:ext uri="{FF2B5EF4-FFF2-40B4-BE49-F238E27FC236}">
                    <a16:creationId xmlns:a16="http://schemas.microsoft.com/office/drawing/2014/main" id="{870213F4-E280-B313-F5D7-E7D4FB8FE1E3}"/>
                  </a:ext>
                </a:extLst>
              </p:cNvPr>
              <p:cNvGraphicFramePr>
                <a:graphicFrameLocks/>
              </p:cNvGraphicFramePr>
              <p:nvPr>
                <p:extLst>
                  <p:ext uri="{D42A27DB-BD31-4B8C-83A1-F6EECF244321}">
                    <p14:modId xmlns:p14="http://schemas.microsoft.com/office/powerpoint/2010/main" val="1104816499"/>
                  </p:ext>
                </p:extLst>
              </p:nvPr>
            </p:nvGraphicFramePr>
            <p:xfrm>
              <a:off x="2282983" y="1891856"/>
              <a:ext cx="7626033" cy="2468403"/>
            </p:xfrm>
            <a:graphic>
              <a:graphicData uri="http://schemas.openxmlformats.org/drawingml/2006/table">
                <a:tbl>
                  <a:tblPr firstRow="1" firstCol="1" bandRow="1">
                    <a:tableStyleId>{5C22544A-7EE6-4342-B048-85BDC9FD1C3A}</a:tableStyleId>
                  </a:tblPr>
                  <a:tblGrid>
                    <a:gridCol w="1541519">
                      <a:extLst>
                        <a:ext uri="{9D8B030D-6E8A-4147-A177-3AD203B41FA5}">
                          <a16:colId xmlns:a16="http://schemas.microsoft.com/office/drawing/2014/main" val="3119325413"/>
                        </a:ext>
                      </a:extLst>
                    </a:gridCol>
                    <a:gridCol w="3542231">
                      <a:extLst>
                        <a:ext uri="{9D8B030D-6E8A-4147-A177-3AD203B41FA5}">
                          <a16:colId xmlns:a16="http://schemas.microsoft.com/office/drawing/2014/main" val="2869284447"/>
                        </a:ext>
                      </a:extLst>
                    </a:gridCol>
                    <a:gridCol w="2542283">
                      <a:extLst>
                        <a:ext uri="{9D8B030D-6E8A-4147-A177-3AD203B41FA5}">
                          <a16:colId xmlns:a16="http://schemas.microsoft.com/office/drawing/2014/main" val="2755952629"/>
                        </a:ext>
                      </a:extLst>
                    </a:gridCol>
                  </a:tblGrid>
                  <a:tr h="352629">
                    <a:tc>
                      <a:txBody>
                        <a:bodyPr/>
                        <a:lstStyle/>
                        <a:p>
                          <a:pPr marL="0" marR="0" algn="ctr">
                            <a:spcAft>
                              <a:spcPts val="1000"/>
                            </a:spcAft>
                            <a:buNone/>
                          </a:pPr>
                          <a:r>
                            <a:rPr lang="en-US" sz="1600" kern="100">
                              <a:effectLst/>
                            </a:rPr>
                            <a:t>Grade</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DID Coefficient (</a:t>
                          </a:r>
                          <a14:m>
                            <m:oMath xmlns:m="http://schemas.openxmlformats.org/officeDocument/2006/math">
                              <m:sSub>
                                <m:sSubPr>
                                  <m:ctrlPr>
                                    <a:rPr lang="en-US" sz="1600" i="1" kern="100">
                                      <a:effectLst/>
                                      <a:latin typeface="Cambria Math" panose="02040503050406030204" pitchFamily="18" charset="0"/>
                                    </a:rPr>
                                  </m:ctrlPr>
                                </m:sSubPr>
                                <m:e>
                                  <m:r>
                                    <a:rPr lang="en-US" sz="1600" kern="100">
                                      <a:effectLst/>
                                      <a:latin typeface="Cambria Math" panose="02040503050406030204" pitchFamily="18" charset="0"/>
                                    </a:rPr>
                                    <m:t>𝜷</m:t>
                                  </m:r>
                                </m:e>
                                <m:sub>
                                  <m:r>
                                    <a:rPr lang="en-US" sz="1600" kern="100">
                                      <a:effectLst/>
                                      <a:latin typeface="Cambria Math" panose="02040503050406030204" pitchFamily="18" charset="0"/>
                                    </a:rPr>
                                    <m:t>𝟏</m:t>
                                  </m:r>
                                </m:sub>
                              </m:sSub>
                            </m:oMath>
                          </a14:m>
                          <a:r>
                            <a:rPr lang="en-US" sz="1600" kern="100">
                              <a:effectLst/>
                            </a:rPr>
                            <a:t>)</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P-value</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29614316"/>
                      </a:ext>
                    </a:extLst>
                  </a:tr>
                  <a:tr h="352629">
                    <a:tc>
                      <a:txBody>
                        <a:bodyPr/>
                        <a:lstStyle/>
                        <a:p>
                          <a:pPr marL="0" marR="0" algn="ctr">
                            <a:spcAft>
                              <a:spcPts val="1000"/>
                            </a:spcAft>
                            <a:buNone/>
                          </a:pPr>
                          <a:r>
                            <a:rPr lang="en-US" sz="1600" kern="100">
                              <a:effectLst/>
                            </a:rPr>
                            <a:t>3</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-2.4162</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0.0001</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33441553"/>
                      </a:ext>
                    </a:extLst>
                  </a:tr>
                  <a:tr h="352629">
                    <a:tc>
                      <a:txBody>
                        <a:bodyPr/>
                        <a:lstStyle/>
                        <a:p>
                          <a:pPr marL="0" marR="0" algn="ctr">
                            <a:spcAft>
                              <a:spcPts val="1000"/>
                            </a:spcAft>
                            <a:buNone/>
                          </a:pPr>
                          <a:r>
                            <a:rPr lang="en-US" sz="1600" kern="100">
                              <a:effectLst/>
                            </a:rPr>
                            <a:t>4</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dirty="0">
                              <a:effectLst/>
                            </a:rPr>
                            <a:t>-2.9672</a:t>
                          </a:r>
                          <a:endParaRPr lang="en-US" sz="1600"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0.0000</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07052408"/>
                      </a:ext>
                    </a:extLst>
                  </a:tr>
                  <a:tr h="352629">
                    <a:tc>
                      <a:txBody>
                        <a:bodyPr/>
                        <a:lstStyle/>
                        <a:p>
                          <a:pPr marL="0" marR="0" algn="ctr">
                            <a:spcAft>
                              <a:spcPts val="1000"/>
                            </a:spcAft>
                            <a:buNone/>
                          </a:pPr>
                          <a:r>
                            <a:rPr lang="en-US" sz="1600" kern="100">
                              <a:effectLst/>
                            </a:rPr>
                            <a:t>5</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0.9056</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0.1128</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773761951"/>
                      </a:ext>
                    </a:extLst>
                  </a:tr>
                  <a:tr h="352629">
                    <a:tc>
                      <a:txBody>
                        <a:bodyPr/>
                        <a:lstStyle/>
                        <a:p>
                          <a:pPr marL="0" marR="0" algn="ctr">
                            <a:spcAft>
                              <a:spcPts val="1000"/>
                            </a:spcAft>
                            <a:buNone/>
                          </a:pPr>
                          <a:r>
                            <a:rPr lang="en-US" sz="1600" kern="100">
                              <a:effectLst/>
                            </a:rPr>
                            <a:t>6</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3.7025</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0.0002</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039674967"/>
                      </a:ext>
                    </a:extLst>
                  </a:tr>
                  <a:tr h="352629">
                    <a:tc>
                      <a:txBody>
                        <a:bodyPr/>
                        <a:lstStyle/>
                        <a:p>
                          <a:pPr marL="0" marR="0" algn="ctr">
                            <a:spcAft>
                              <a:spcPts val="1000"/>
                            </a:spcAft>
                            <a:buNone/>
                          </a:pPr>
                          <a:r>
                            <a:rPr lang="en-US" sz="1600" kern="100">
                              <a:effectLst/>
                            </a:rPr>
                            <a:t>7</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3.2393</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0.0043</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13999412"/>
                      </a:ext>
                    </a:extLst>
                  </a:tr>
                  <a:tr h="352629">
                    <a:tc>
                      <a:txBody>
                        <a:bodyPr/>
                        <a:lstStyle/>
                        <a:p>
                          <a:pPr marL="0" marR="0" algn="ctr">
                            <a:spcAft>
                              <a:spcPts val="1000"/>
                            </a:spcAft>
                            <a:buNone/>
                          </a:pPr>
                          <a:r>
                            <a:rPr lang="en-US" sz="1600" kern="100">
                              <a:effectLst/>
                            </a:rPr>
                            <a:t>8</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0.2513</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dirty="0">
                              <a:effectLst/>
                            </a:rPr>
                            <a:t>0.7625</a:t>
                          </a:r>
                          <a:endParaRPr lang="en-US" sz="1600"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26852555"/>
                      </a:ext>
                    </a:extLst>
                  </a:tr>
                </a:tbl>
              </a:graphicData>
            </a:graphic>
          </p:graphicFrame>
        </mc:Choice>
        <mc:Fallback xmlns="">
          <p:graphicFrame>
            <p:nvGraphicFramePr>
              <p:cNvPr id="6" name="Content Placeholder 5">
                <a:extLst>
                  <a:ext uri="{FF2B5EF4-FFF2-40B4-BE49-F238E27FC236}">
                    <a16:creationId xmlns:a16="http://schemas.microsoft.com/office/drawing/2014/main" id="{870213F4-E280-B313-F5D7-E7D4FB8FE1E3}"/>
                  </a:ext>
                </a:extLst>
              </p:cNvPr>
              <p:cNvGraphicFramePr>
                <a:graphicFrameLocks/>
              </p:cNvGraphicFramePr>
              <p:nvPr>
                <p:extLst>
                  <p:ext uri="{D42A27DB-BD31-4B8C-83A1-F6EECF244321}">
                    <p14:modId xmlns:p14="http://schemas.microsoft.com/office/powerpoint/2010/main" val="1104816499"/>
                  </p:ext>
                </p:extLst>
              </p:nvPr>
            </p:nvGraphicFramePr>
            <p:xfrm>
              <a:off x="2282983" y="1891856"/>
              <a:ext cx="7626033" cy="2468403"/>
            </p:xfrm>
            <a:graphic>
              <a:graphicData uri="http://schemas.openxmlformats.org/drawingml/2006/table">
                <a:tbl>
                  <a:tblPr firstRow="1" firstCol="1" bandRow="1">
                    <a:tableStyleId>{5C22544A-7EE6-4342-B048-85BDC9FD1C3A}</a:tableStyleId>
                  </a:tblPr>
                  <a:tblGrid>
                    <a:gridCol w="1541519">
                      <a:extLst>
                        <a:ext uri="{9D8B030D-6E8A-4147-A177-3AD203B41FA5}">
                          <a16:colId xmlns:a16="http://schemas.microsoft.com/office/drawing/2014/main" val="3119325413"/>
                        </a:ext>
                      </a:extLst>
                    </a:gridCol>
                    <a:gridCol w="3542231">
                      <a:extLst>
                        <a:ext uri="{9D8B030D-6E8A-4147-A177-3AD203B41FA5}">
                          <a16:colId xmlns:a16="http://schemas.microsoft.com/office/drawing/2014/main" val="2869284447"/>
                        </a:ext>
                      </a:extLst>
                    </a:gridCol>
                    <a:gridCol w="2542283">
                      <a:extLst>
                        <a:ext uri="{9D8B030D-6E8A-4147-A177-3AD203B41FA5}">
                          <a16:colId xmlns:a16="http://schemas.microsoft.com/office/drawing/2014/main" val="2755952629"/>
                        </a:ext>
                      </a:extLst>
                    </a:gridCol>
                  </a:tblGrid>
                  <a:tr h="352629">
                    <a:tc>
                      <a:txBody>
                        <a:bodyPr/>
                        <a:lstStyle/>
                        <a:p>
                          <a:pPr marL="0" marR="0" algn="ctr">
                            <a:spcAft>
                              <a:spcPts val="1000"/>
                            </a:spcAft>
                            <a:buNone/>
                          </a:pPr>
                          <a:r>
                            <a:rPr lang="en-US" sz="1600" kern="100">
                              <a:effectLst/>
                            </a:rPr>
                            <a:t>Grade</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43643" t="-15517" r="-72337" b="-605172"/>
                          </a:stretch>
                        </a:blipFill>
                      </a:tcPr>
                    </a:tc>
                    <a:tc>
                      <a:txBody>
                        <a:bodyPr/>
                        <a:lstStyle/>
                        <a:p>
                          <a:pPr marL="0" marR="0" algn="ctr">
                            <a:spcAft>
                              <a:spcPts val="1000"/>
                            </a:spcAft>
                            <a:buNone/>
                          </a:pPr>
                          <a:r>
                            <a:rPr lang="en-US" sz="1600" kern="100">
                              <a:effectLst/>
                            </a:rPr>
                            <a:t>P-value</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29614316"/>
                      </a:ext>
                    </a:extLst>
                  </a:tr>
                  <a:tr h="352629">
                    <a:tc>
                      <a:txBody>
                        <a:bodyPr/>
                        <a:lstStyle/>
                        <a:p>
                          <a:pPr marL="0" marR="0" algn="ctr">
                            <a:spcAft>
                              <a:spcPts val="1000"/>
                            </a:spcAft>
                            <a:buNone/>
                          </a:pPr>
                          <a:r>
                            <a:rPr lang="en-US" sz="1600" kern="100">
                              <a:effectLst/>
                            </a:rPr>
                            <a:t>3</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-2.4162</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0.0001</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33441553"/>
                      </a:ext>
                    </a:extLst>
                  </a:tr>
                  <a:tr h="352629">
                    <a:tc>
                      <a:txBody>
                        <a:bodyPr/>
                        <a:lstStyle/>
                        <a:p>
                          <a:pPr marL="0" marR="0" algn="ctr">
                            <a:spcAft>
                              <a:spcPts val="1000"/>
                            </a:spcAft>
                            <a:buNone/>
                          </a:pPr>
                          <a:r>
                            <a:rPr lang="en-US" sz="1600" kern="100">
                              <a:effectLst/>
                            </a:rPr>
                            <a:t>4</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dirty="0">
                              <a:effectLst/>
                            </a:rPr>
                            <a:t>-2.9672</a:t>
                          </a:r>
                          <a:endParaRPr lang="en-US" sz="1600"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0.0000</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07052408"/>
                      </a:ext>
                    </a:extLst>
                  </a:tr>
                  <a:tr h="352629">
                    <a:tc>
                      <a:txBody>
                        <a:bodyPr/>
                        <a:lstStyle/>
                        <a:p>
                          <a:pPr marL="0" marR="0" algn="ctr">
                            <a:spcAft>
                              <a:spcPts val="1000"/>
                            </a:spcAft>
                            <a:buNone/>
                          </a:pPr>
                          <a:r>
                            <a:rPr lang="en-US" sz="1600" kern="100">
                              <a:effectLst/>
                            </a:rPr>
                            <a:t>5</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0.9056</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0.1128</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773761951"/>
                      </a:ext>
                    </a:extLst>
                  </a:tr>
                  <a:tr h="352629">
                    <a:tc>
                      <a:txBody>
                        <a:bodyPr/>
                        <a:lstStyle/>
                        <a:p>
                          <a:pPr marL="0" marR="0" algn="ctr">
                            <a:spcAft>
                              <a:spcPts val="1000"/>
                            </a:spcAft>
                            <a:buNone/>
                          </a:pPr>
                          <a:r>
                            <a:rPr lang="en-US" sz="1600" kern="100">
                              <a:effectLst/>
                            </a:rPr>
                            <a:t>6</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3.7025</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0.0002</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039674967"/>
                      </a:ext>
                    </a:extLst>
                  </a:tr>
                  <a:tr h="352629">
                    <a:tc>
                      <a:txBody>
                        <a:bodyPr/>
                        <a:lstStyle/>
                        <a:p>
                          <a:pPr marL="0" marR="0" algn="ctr">
                            <a:spcAft>
                              <a:spcPts val="1000"/>
                            </a:spcAft>
                            <a:buNone/>
                          </a:pPr>
                          <a:r>
                            <a:rPr lang="en-US" sz="1600" kern="100">
                              <a:effectLst/>
                            </a:rPr>
                            <a:t>7</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3.2393</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0.0043</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13999412"/>
                      </a:ext>
                    </a:extLst>
                  </a:tr>
                  <a:tr h="352629">
                    <a:tc>
                      <a:txBody>
                        <a:bodyPr/>
                        <a:lstStyle/>
                        <a:p>
                          <a:pPr marL="0" marR="0" algn="ctr">
                            <a:spcAft>
                              <a:spcPts val="1000"/>
                            </a:spcAft>
                            <a:buNone/>
                          </a:pPr>
                          <a:r>
                            <a:rPr lang="en-US" sz="1600" kern="100">
                              <a:effectLst/>
                            </a:rPr>
                            <a:t>8</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a:effectLst/>
                            </a:rPr>
                            <a:t>0.2513</a:t>
                          </a:r>
                          <a:endParaRPr lang="en-US" sz="16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600" kern="100" dirty="0">
                              <a:effectLst/>
                            </a:rPr>
                            <a:t>0.7625</a:t>
                          </a:r>
                          <a:endParaRPr lang="en-US" sz="1600"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26852555"/>
                      </a:ext>
                    </a:extLst>
                  </a:tr>
                </a:tbl>
              </a:graphicData>
            </a:graphic>
          </p:graphicFrame>
        </mc:Fallback>
      </mc:AlternateContent>
    </p:spTree>
    <p:extLst>
      <p:ext uri="{BB962C8B-B14F-4D97-AF65-F5344CB8AC3E}">
        <p14:creationId xmlns:p14="http://schemas.microsoft.com/office/powerpoint/2010/main" val="3597512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6A5E0-E288-825D-5E6E-1857A6235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33483-D6DE-AAB3-A22A-0AFE1C572228}"/>
              </a:ext>
            </a:extLst>
          </p:cNvPr>
          <p:cNvSpPr>
            <a:spLocks noGrp="1"/>
          </p:cNvSpPr>
          <p:nvPr>
            <p:ph type="title"/>
          </p:nvPr>
        </p:nvSpPr>
        <p:spPr/>
        <p:txBody>
          <a:bodyPr/>
          <a:lstStyle/>
          <a:p>
            <a:r>
              <a:rPr lang="en-US" dirty="0"/>
              <a:t>Initial Model</a:t>
            </a:r>
          </a:p>
        </p:txBody>
      </p:sp>
      <p:sp>
        <p:nvSpPr>
          <p:cNvPr id="3" name="Text Placeholder 2">
            <a:extLst>
              <a:ext uri="{FF2B5EF4-FFF2-40B4-BE49-F238E27FC236}">
                <a16:creationId xmlns:a16="http://schemas.microsoft.com/office/drawing/2014/main" id="{ABB650F1-2CDD-1465-A1A7-1F0D5EEA44F9}"/>
              </a:ext>
            </a:extLst>
          </p:cNvPr>
          <p:cNvSpPr>
            <a:spLocks noGrp="1"/>
          </p:cNvSpPr>
          <p:nvPr>
            <p:ph type="body" sz="half" idx="34"/>
          </p:nvPr>
        </p:nvSpPr>
        <p:spPr/>
        <p:txBody>
          <a:bodyPr/>
          <a:lstStyle/>
          <a:p>
            <a:r>
              <a:rPr lang="en-US" dirty="0"/>
              <a:t>Strengths &amp; weaknesses</a:t>
            </a:r>
          </a:p>
        </p:txBody>
      </p:sp>
      <p:sp>
        <p:nvSpPr>
          <p:cNvPr id="4" name="Content Placeholder 3">
            <a:extLst>
              <a:ext uri="{FF2B5EF4-FFF2-40B4-BE49-F238E27FC236}">
                <a16:creationId xmlns:a16="http://schemas.microsoft.com/office/drawing/2014/main" id="{9A9C063E-43E7-9700-0FC8-28AE3A24410D}"/>
              </a:ext>
            </a:extLst>
          </p:cNvPr>
          <p:cNvSpPr>
            <a:spLocks noGrp="1"/>
          </p:cNvSpPr>
          <p:nvPr>
            <p:ph idx="10"/>
          </p:nvPr>
        </p:nvSpPr>
        <p:spPr>
          <a:xfrm>
            <a:off x="731520" y="1904740"/>
            <a:ext cx="9395460" cy="2415799"/>
          </a:xfrm>
        </p:spPr>
        <p:txBody>
          <a:bodyPr/>
          <a:lstStyle/>
          <a:p>
            <a:r>
              <a:rPr lang="en-US" dirty="0"/>
              <a:t>Strengths</a:t>
            </a:r>
          </a:p>
          <a:p>
            <a:pPr lvl="1"/>
            <a:r>
              <a:rPr lang="en-US" dirty="0"/>
              <a:t>Simple model to dissect trends from pre- to post-pandemic</a:t>
            </a:r>
          </a:p>
          <a:p>
            <a:endParaRPr lang="en-US" dirty="0"/>
          </a:p>
          <a:p>
            <a:r>
              <a:rPr lang="en-US" dirty="0"/>
              <a:t>Weaknesses</a:t>
            </a:r>
          </a:p>
          <a:p>
            <a:pPr lvl="1"/>
            <a:r>
              <a:rPr lang="en-US" dirty="0"/>
              <a:t>Does not allow for inspection for variation in poverty rates</a:t>
            </a:r>
          </a:p>
          <a:p>
            <a:pPr lvl="1"/>
            <a:r>
              <a:rPr lang="en-US" dirty="0"/>
              <a:t>Does not account for pre-trends</a:t>
            </a:r>
          </a:p>
          <a:p>
            <a:pPr lvl="1"/>
            <a:endParaRPr lang="en-US" dirty="0"/>
          </a:p>
          <a:p>
            <a:endParaRPr lang="en-US" dirty="0"/>
          </a:p>
        </p:txBody>
      </p:sp>
    </p:spTree>
    <p:extLst>
      <p:ext uri="{BB962C8B-B14F-4D97-AF65-F5344CB8AC3E}">
        <p14:creationId xmlns:p14="http://schemas.microsoft.com/office/powerpoint/2010/main" val="3434907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BCC62-98D1-CD90-1841-67A603A2E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5E566-F549-D84E-7DFB-42DDD40A40D6}"/>
              </a:ext>
            </a:extLst>
          </p:cNvPr>
          <p:cNvSpPr>
            <a:spLocks noGrp="1"/>
          </p:cNvSpPr>
          <p:nvPr>
            <p:ph type="ctrTitle"/>
          </p:nvPr>
        </p:nvSpPr>
        <p:spPr/>
        <p:txBody>
          <a:bodyPr/>
          <a:lstStyle/>
          <a:p>
            <a:r>
              <a:rPr lang="en-US" dirty="0"/>
              <a:t>Iteration &amp; Improvement</a:t>
            </a:r>
          </a:p>
        </p:txBody>
      </p:sp>
    </p:spTree>
    <p:extLst>
      <p:ext uri="{BB962C8B-B14F-4D97-AF65-F5344CB8AC3E}">
        <p14:creationId xmlns:p14="http://schemas.microsoft.com/office/powerpoint/2010/main" val="492781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36469-46D5-BF54-6797-B8F31A51A74D}"/>
              </a:ext>
            </a:extLst>
          </p:cNvPr>
          <p:cNvSpPr>
            <a:spLocks noGrp="1"/>
          </p:cNvSpPr>
          <p:nvPr>
            <p:ph type="title"/>
          </p:nvPr>
        </p:nvSpPr>
        <p:spPr/>
        <p:txBody>
          <a:bodyPr/>
          <a:lstStyle/>
          <a:p>
            <a:r>
              <a:rPr lang="en-US" dirty="0"/>
              <a:t>Model Improvement</a:t>
            </a:r>
          </a:p>
        </p:txBody>
      </p:sp>
      <p:sp>
        <p:nvSpPr>
          <p:cNvPr id="3" name="Text Placeholder 2">
            <a:extLst>
              <a:ext uri="{FF2B5EF4-FFF2-40B4-BE49-F238E27FC236}">
                <a16:creationId xmlns:a16="http://schemas.microsoft.com/office/drawing/2014/main" id="{B980CCBB-12F1-99C5-A089-3B778AEC2C55}"/>
              </a:ext>
            </a:extLst>
          </p:cNvPr>
          <p:cNvSpPr>
            <a:spLocks noGrp="1"/>
          </p:cNvSpPr>
          <p:nvPr>
            <p:ph type="body" sz="half" idx="34"/>
          </p:nvPr>
        </p:nvSpPr>
        <p:spPr/>
        <p:txBody>
          <a:bodyPr/>
          <a:lstStyle/>
          <a:p>
            <a:endParaRPr lang="en-US" dirty="0"/>
          </a:p>
        </p:txBody>
      </p:sp>
      <p:sp>
        <p:nvSpPr>
          <p:cNvPr id="4" name="Content Placeholder 3">
            <a:extLst>
              <a:ext uri="{FF2B5EF4-FFF2-40B4-BE49-F238E27FC236}">
                <a16:creationId xmlns:a16="http://schemas.microsoft.com/office/drawing/2014/main" id="{2C63796A-0721-6396-715B-DF7EE4CCA27C}"/>
              </a:ext>
            </a:extLst>
          </p:cNvPr>
          <p:cNvSpPr>
            <a:spLocks noGrp="1"/>
          </p:cNvSpPr>
          <p:nvPr>
            <p:ph idx="10"/>
          </p:nvPr>
        </p:nvSpPr>
        <p:spPr/>
        <p:txBody>
          <a:bodyPr/>
          <a:lstStyle/>
          <a:p>
            <a:r>
              <a:rPr lang="en-US" b="1" dirty="0"/>
              <a:t>Adjustment of binary poverty classification variable</a:t>
            </a:r>
          </a:p>
          <a:p>
            <a:pPr lvl="1"/>
            <a:r>
              <a:rPr lang="en-US" dirty="0"/>
              <a:t>Continuous poverty percentage</a:t>
            </a:r>
          </a:p>
          <a:p>
            <a:pPr lvl="1"/>
            <a:r>
              <a:rPr lang="en-US" dirty="0"/>
              <a:t>Used a baseline value to avoid post-COVID shocks in poverty rate</a:t>
            </a:r>
          </a:p>
          <a:p>
            <a:r>
              <a:rPr lang="en-US" b="1" dirty="0"/>
              <a:t>Incorporation of 2018 information</a:t>
            </a:r>
          </a:p>
          <a:p>
            <a:pPr lvl="1"/>
            <a:r>
              <a:rPr lang="en-US" dirty="0"/>
              <a:t>New interaction term added to the equation to assess pre-trends</a:t>
            </a:r>
          </a:p>
          <a:p>
            <a:pPr lvl="1"/>
            <a:r>
              <a:rPr lang="en-US" dirty="0"/>
              <a:t>Parallel trends validation using </a:t>
            </a:r>
            <a:r>
              <a:rPr lang="en-US" dirty="0" err="1"/>
              <a:t>HonestDiD</a:t>
            </a:r>
            <a:r>
              <a:rPr lang="en-US" dirty="0"/>
              <a:t> framework (how much of a violation can the model withstand?)</a:t>
            </a:r>
          </a:p>
          <a:p>
            <a:pPr lvl="1"/>
            <a:endParaRPr lang="en-US" dirty="0"/>
          </a:p>
          <a:p>
            <a:pPr marL="457200" lvl="1" indent="0">
              <a:buNone/>
            </a:pPr>
            <a:endParaRPr lang="en-US" dirty="0"/>
          </a:p>
        </p:txBody>
      </p:sp>
    </p:spTree>
    <p:extLst>
      <p:ext uri="{BB962C8B-B14F-4D97-AF65-F5344CB8AC3E}">
        <p14:creationId xmlns:p14="http://schemas.microsoft.com/office/powerpoint/2010/main" val="2340343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EB22C-944A-8BC9-B485-0A005DF0B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DF8AD-35F9-57D5-45FA-F9B7F0459A54}"/>
              </a:ext>
            </a:extLst>
          </p:cNvPr>
          <p:cNvSpPr>
            <a:spLocks noGrp="1"/>
          </p:cNvSpPr>
          <p:nvPr>
            <p:ph type="title"/>
          </p:nvPr>
        </p:nvSpPr>
        <p:spPr/>
        <p:txBody>
          <a:bodyPr/>
          <a:lstStyle/>
          <a:p>
            <a:r>
              <a:rPr lang="en-US" dirty="0"/>
              <a:t>Model Comparisons</a:t>
            </a:r>
          </a:p>
        </p:txBody>
      </p:sp>
      <p:sp>
        <p:nvSpPr>
          <p:cNvPr id="5" name="Footer Placeholder 4">
            <a:extLst>
              <a:ext uri="{FF2B5EF4-FFF2-40B4-BE49-F238E27FC236}">
                <a16:creationId xmlns:a16="http://schemas.microsoft.com/office/drawing/2014/main" id="{135A7F8E-97AD-D84F-3EDA-F90DA9B83411}"/>
              </a:ext>
            </a:extLst>
          </p:cNvPr>
          <p:cNvSpPr>
            <a:spLocks noGrp="1"/>
          </p:cNvSpPr>
          <p:nvPr>
            <p:ph type="ftr" sz="quarter" idx="3"/>
          </p:nvPr>
        </p:nvSpPr>
        <p:spPr/>
        <p:txBody>
          <a:bodyPr/>
          <a:lstStyle/>
          <a:p>
            <a:r>
              <a:rPr lang="en-US"/>
              <a:t>View &gt;&gt; Header and Footer &gt;&gt; Add Unit, Office, or Department Name</a:t>
            </a:r>
          </a:p>
        </p:txBody>
      </p:sp>
      <p:graphicFrame>
        <p:nvGraphicFramePr>
          <p:cNvPr id="6" name="Table 5">
            <a:extLst>
              <a:ext uri="{FF2B5EF4-FFF2-40B4-BE49-F238E27FC236}">
                <a16:creationId xmlns:a16="http://schemas.microsoft.com/office/drawing/2014/main" id="{66CA8A30-D0DE-401F-D952-4B8BC5699444}"/>
              </a:ext>
            </a:extLst>
          </p:cNvPr>
          <p:cNvGraphicFramePr>
            <a:graphicFrameLocks noGrp="1"/>
          </p:cNvGraphicFramePr>
          <p:nvPr/>
        </p:nvGraphicFramePr>
        <p:xfrm>
          <a:off x="1893570" y="2438400"/>
          <a:ext cx="8404860" cy="1981200"/>
        </p:xfrm>
        <a:graphic>
          <a:graphicData uri="http://schemas.openxmlformats.org/drawingml/2006/table">
            <a:tbl>
              <a:tblPr firstRow="1" firstCol="1" bandRow="1">
                <a:tableStyleId>{5C22544A-7EE6-4342-B048-85BDC9FD1C3A}</a:tableStyleId>
              </a:tblPr>
              <a:tblGrid>
                <a:gridCol w="1213536">
                  <a:extLst>
                    <a:ext uri="{9D8B030D-6E8A-4147-A177-3AD203B41FA5}">
                      <a16:colId xmlns:a16="http://schemas.microsoft.com/office/drawing/2014/main" val="534987546"/>
                    </a:ext>
                  </a:extLst>
                </a:gridCol>
                <a:gridCol w="1132633">
                  <a:extLst>
                    <a:ext uri="{9D8B030D-6E8A-4147-A177-3AD203B41FA5}">
                      <a16:colId xmlns:a16="http://schemas.microsoft.com/office/drawing/2014/main" val="787611762"/>
                    </a:ext>
                  </a:extLst>
                </a:gridCol>
                <a:gridCol w="1860755">
                  <a:extLst>
                    <a:ext uri="{9D8B030D-6E8A-4147-A177-3AD203B41FA5}">
                      <a16:colId xmlns:a16="http://schemas.microsoft.com/office/drawing/2014/main" val="2652811238"/>
                    </a:ext>
                  </a:extLst>
                </a:gridCol>
                <a:gridCol w="2644609">
                  <a:extLst>
                    <a:ext uri="{9D8B030D-6E8A-4147-A177-3AD203B41FA5}">
                      <a16:colId xmlns:a16="http://schemas.microsoft.com/office/drawing/2014/main" val="1638998855"/>
                    </a:ext>
                  </a:extLst>
                </a:gridCol>
                <a:gridCol w="1553327">
                  <a:extLst>
                    <a:ext uri="{9D8B030D-6E8A-4147-A177-3AD203B41FA5}">
                      <a16:colId xmlns:a16="http://schemas.microsoft.com/office/drawing/2014/main" val="2843975744"/>
                    </a:ext>
                  </a:extLst>
                </a:gridCol>
              </a:tblGrid>
              <a:tr h="565150">
                <a:tc>
                  <a:txBody>
                    <a:bodyPr/>
                    <a:lstStyle/>
                    <a:p>
                      <a:pPr marL="0" marR="0" algn="ctr">
                        <a:buNone/>
                      </a:pPr>
                      <a:r>
                        <a:rPr lang="en-US" sz="1200" kern="100">
                          <a:effectLst/>
                        </a:rPr>
                        <a:t>Model</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dirty="0">
                          <a:effectLst/>
                        </a:rPr>
                        <a:t>Years</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Parallel Trends Assumption Checked?</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dirty="0">
                          <a:effectLst/>
                        </a:rPr>
                        <a:t>Treatment Type</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Poverty Rate </a:t>
                      </a:r>
                      <a:endParaRPr lang="en-US" sz="11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89666396"/>
                  </a:ext>
                </a:extLst>
              </a:tr>
              <a:tr h="902335">
                <a:tc>
                  <a:txBody>
                    <a:bodyPr/>
                    <a:lstStyle/>
                    <a:p>
                      <a:pPr marL="0" marR="0" algn="ctr">
                        <a:buNone/>
                      </a:pPr>
                      <a:r>
                        <a:rPr lang="en-US" sz="1200" kern="100" dirty="0">
                          <a:effectLst/>
                        </a:rPr>
                        <a:t>Original Model</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2019, 2022</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dirty="0">
                          <a:effectLst/>
                        </a:rPr>
                        <a:t>No, not necessary.</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Binary Poverty Variable (1: High Poverty School, 0: Low Poverty School), threshold &gt;60%</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dirty="0">
                          <a:effectLst/>
                        </a:rPr>
                        <a:t>2019 Poverty Rate as baseline</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06636592"/>
                  </a:ext>
                </a:extLst>
              </a:tr>
              <a:tr h="513715">
                <a:tc>
                  <a:txBody>
                    <a:bodyPr/>
                    <a:lstStyle/>
                    <a:p>
                      <a:pPr marL="0" marR="0" algn="ctr">
                        <a:buNone/>
                      </a:pPr>
                      <a:r>
                        <a:rPr lang="en-US" sz="1200" kern="100">
                          <a:effectLst/>
                        </a:rPr>
                        <a:t>Improved Model</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dirty="0">
                          <a:effectLst/>
                        </a:rPr>
                        <a:t>2018, 2019, 2022</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Yes.</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Continuous Poverty Variable</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dirty="0">
                          <a:effectLst/>
                        </a:rPr>
                        <a:t>2019 Poverty Rate as baseline</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24002662"/>
                  </a:ext>
                </a:extLst>
              </a:tr>
            </a:tbl>
          </a:graphicData>
        </a:graphic>
      </p:graphicFrame>
    </p:spTree>
    <p:extLst>
      <p:ext uri="{BB962C8B-B14F-4D97-AF65-F5344CB8AC3E}">
        <p14:creationId xmlns:p14="http://schemas.microsoft.com/office/powerpoint/2010/main" val="1797101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C28F4-B4FF-AB1C-B6DE-25D2179EFA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9F366-E937-37B3-B023-B1DE6B63ACC0}"/>
              </a:ext>
            </a:extLst>
          </p:cNvPr>
          <p:cNvSpPr>
            <a:spLocks noGrp="1"/>
          </p:cNvSpPr>
          <p:nvPr>
            <p:ph type="ctrTitle"/>
          </p:nvPr>
        </p:nvSpPr>
        <p:spPr/>
        <p:txBody>
          <a:bodyPr/>
          <a:lstStyle/>
          <a:p>
            <a:r>
              <a:rPr lang="en-US" dirty="0"/>
              <a:t>Improved Model</a:t>
            </a:r>
          </a:p>
        </p:txBody>
      </p:sp>
    </p:spTree>
    <p:extLst>
      <p:ext uri="{BB962C8B-B14F-4D97-AF65-F5344CB8AC3E}">
        <p14:creationId xmlns:p14="http://schemas.microsoft.com/office/powerpoint/2010/main" val="3429072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DC129-8BAD-21B1-EADC-388379E45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09ADAE-66C2-9052-B8BB-23F9D72524D8}"/>
              </a:ext>
            </a:extLst>
          </p:cNvPr>
          <p:cNvSpPr>
            <a:spLocks noGrp="1"/>
          </p:cNvSpPr>
          <p:nvPr>
            <p:ph type="title"/>
          </p:nvPr>
        </p:nvSpPr>
        <p:spPr/>
        <p:txBody>
          <a:bodyPr/>
          <a:lstStyle/>
          <a:p>
            <a:r>
              <a:rPr lang="en-US" dirty="0"/>
              <a:t>Improved Model</a:t>
            </a:r>
          </a:p>
        </p:txBody>
      </p:sp>
      <p:sp>
        <p:nvSpPr>
          <p:cNvPr id="3" name="Text Placeholder 2">
            <a:extLst>
              <a:ext uri="{FF2B5EF4-FFF2-40B4-BE49-F238E27FC236}">
                <a16:creationId xmlns:a16="http://schemas.microsoft.com/office/drawing/2014/main" id="{55069BA1-1DF8-27AE-7184-44C5635D2CAA}"/>
              </a:ext>
            </a:extLst>
          </p:cNvPr>
          <p:cNvSpPr>
            <a:spLocks noGrp="1"/>
          </p:cNvSpPr>
          <p:nvPr>
            <p:ph type="body" sz="half" idx="34"/>
          </p:nvPr>
        </p:nvSpPr>
        <p:spPr/>
        <p:txBody>
          <a:bodyPr/>
          <a:lstStyle/>
          <a:p>
            <a:r>
              <a:rPr lang="en-US" dirty="0"/>
              <a:t>Results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A8C2605-47CB-EE5F-20EF-F13F397DA6E5}"/>
                  </a:ext>
                </a:extLst>
              </p:cNvPr>
              <p:cNvSpPr>
                <a:spLocks noGrp="1"/>
              </p:cNvSpPr>
              <p:nvPr>
                <p:ph idx="10"/>
              </p:nvPr>
            </p:nvSpPr>
            <p:spPr>
              <a:xfrm>
                <a:off x="731520" y="3970020"/>
                <a:ext cx="9509760" cy="1725582"/>
              </a:xfrm>
            </p:spPr>
            <p:txBody>
              <a:bodyPr/>
              <a:lstStyle/>
              <a:p>
                <a:r>
                  <a:rPr lang="en-US" dirty="0"/>
                  <a:t>The interaction coefficient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2</m:t>
                        </m:r>
                      </m:sub>
                    </m:sSub>
                  </m:oMath>
                </a14:m>
                <a:r>
                  <a:rPr lang="en-US" dirty="0"/>
                  <a:t>) for both third and fourth graders is negative and statistically significant</a:t>
                </a:r>
              </a:p>
              <a:p>
                <a:r>
                  <a:rPr lang="en-US" dirty="0"/>
                  <a:t>Grade 3: for one percentage point increase in a school’s 2019 baseline poverty rate, the post-COVID mean scale score for ELA exams for third graders in an individual school declined by an additional 0.0453 points. </a:t>
                </a:r>
              </a:p>
              <a:p>
                <a:r>
                  <a:rPr lang="en-US" dirty="0"/>
                  <a:t>Grade 4: for one percentage point increase in the poverty rate, the post-COVID mean scale score for fourth graders declined by 0.0684 points.</a:t>
                </a:r>
              </a:p>
            </p:txBody>
          </p:sp>
        </mc:Choice>
        <mc:Fallback xmlns="">
          <p:sp>
            <p:nvSpPr>
              <p:cNvPr id="4" name="Content Placeholder 3">
                <a:extLst>
                  <a:ext uri="{FF2B5EF4-FFF2-40B4-BE49-F238E27FC236}">
                    <a16:creationId xmlns:a16="http://schemas.microsoft.com/office/drawing/2014/main" id="{FA8C2605-47CB-EE5F-20EF-F13F397DA6E5}"/>
                  </a:ext>
                </a:extLst>
              </p:cNvPr>
              <p:cNvSpPr>
                <a:spLocks noGrp="1" noRot="1" noChangeAspect="1" noMove="1" noResize="1" noEditPoints="1" noAdjustHandles="1" noChangeArrowheads="1" noChangeShapeType="1" noTextEdit="1"/>
              </p:cNvSpPr>
              <p:nvPr>
                <p:ph idx="10"/>
              </p:nvPr>
            </p:nvSpPr>
            <p:spPr>
              <a:xfrm>
                <a:off x="731520" y="3970020"/>
                <a:ext cx="9509760" cy="1725582"/>
              </a:xfrm>
              <a:blipFill>
                <a:blip r:embed="rId2"/>
                <a:stretch>
                  <a:fillRect l="-1154" t="-3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C18B61E9-C2F0-77BA-532B-53AE00763129}"/>
                  </a:ext>
                </a:extLst>
              </p:cNvPr>
              <p:cNvGraphicFramePr>
                <a:graphicFrameLocks noGrp="1"/>
              </p:cNvGraphicFramePr>
              <p:nvPr>
                <p:extLst>
                  <p:ext uri="{D42A27DB-BD31-4B8C-83A1-F6EECF244321}">
                    <p14:modId xmlns:p14="http://schemas.microsoft.com/office/powerpoint/2010/main" val="2350251442"/>
                  </p:ext>
                </p:extLst>
              </p:nvPr>
            </p:nvGraphicFramePr>
            <p:xfrm>
              <a:off x="2048587" y="1706526"/>
              <a:ext cx="6875626" cy="1821533"/>
            </p:xfrm>
            <a:graphic>
              <a:graphicData uri="http://schemas.openxmlformats.org/drawingml/2006/table">
                <a:tbl>
                  <a:tblPr firstRow="1" firstCol="1" bandRow="1">
                    <a:tableStyleId>{5C22544A-7EE6-4342-B048-85BDC9FD1C3A}</a:tableStyleId>
                  </a:tblPr>
                  <a:tblGrid>
                    <a:gridCol w="866394">
                      <a:extLst>
                        <a:ext uri="{9D8B030D-6E8A-4147-A177-3AD203B41FA5}">
                          <a16:colId xmlns:a16="http://schemas.microsoft.com/office/drawing/2014/main" val="3217210554"/>
                        </a:ext>
                      </a:extLst>
                    </a:gridCol>
                    <a:gridCol w="2265954">
                      <a:extLst>
                        <a:ext uri="{9D8B030D-6E8A-4147-A177-3AD203B41FA5}">
                          <a16:colId xmlns:a16="http://schemas.microsoft.com/office/drawing/2014/main" val="1327077201"/>
                        </a:ext>
                      </a:extLst>
                    </a:gridCol>
                    <a:gridCol w="2074162">
                      <a:extLst>
                        <a:ext uri="{9D8B030D-6E8A-4147-A177-3AD203B41FA5}">
                          <a16:colId xmlns:a16="http://schemas.microsoft.com/office/drawing/2014/main" val="2798879439"/>
                        </a:ext>
                      </a:extLst>
                    </a:gridCol>
                    <a:gridCol w="202911">
                      <a:extLst>
                        <a:ext uri="{9D8B030D-6E8A-4147-A177-3AD203B41FA5}">
                          <a16:colId xmlns:a16="http://schemas.microsoft.com/office/drawing/2014/main" val="2832780915"/>
                        </a:ext>
                      </a:extLst>
                    </a:gridCol>
                    <a:gridCol w="1466205">
                      <a:extLst>
                        <a:ext uri="{9D8B030D-6E8A-4147-A177-3AD203B41FA5}">
                          <a16:colId xmlns:a16="http://schemas.microsoft.com/office/drawing/2014/main" val="2966984450"/>
                        </a:ext>
                      </a:extLst>
                    </a:gridCol>
                  </a:tblGrid>
                  <a:tr h="260219">
                    <a:tc>
                      <a:txBody>
                        <a:bodyPr/>
                        <a:lstStyle/>
                        <a:p>
                          <a:pPr marL="0" marR="0" algn="ctr">
                            <a:spcAft>
                              <a:spcPts val="1000"/>
                            </a:spcAft>
                            <a:buNone/>
                          </a:pPr>
                          <a:r>
                            <a:rPr lang="en-US" sz="1200" kern="100">
                              <a:effectLst/>
                            </a:rPr>
                            <a:t>Grade</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Pre-trend Coefficient (</a:t>
                          </a:r>
                          <a14:m>
                            <m:oMath xmlns:m="http://schemas.openxmlformats.org/officeDocument/2006/math">
                              <m:sSub>
                                <m:sSubPr>
                                  <m:ctrlPr>
                                    <a:rPr lang="en-US" sz="1200" i="1" kern="100">
                                      <a:effectLst/>
                                      <a:latin typeface="Cambria Math" panose="02040503050406030204" pitchFamily="18" charset="0"/>
                                    </a:rPr>
                                  </m:ctrlPr>
                                </m:sSubPr>
                                <m:e>
                                  <m:r>
                                    <a:rPr lang="en-US" sz="1200" kern="100">
                                      <a:effectLst/>
                                      <a:latin typeface="Cambria Math" panose="02040503050406030204" pitchFamily="18" charset="0"/>
                                    </a:rPr>
                                    <m:t>𝜷</m:t>
                                  </m:r>
                                </m:e>
                                <m:sub>
                                  <m:r>
                                    <a:rPr lang="en-US" sz="1200" kern="100">
                                      <a:effectLst/>
                                      <a:latin typeface="Cambria Math" panose="02040503050406030204" pitchFamily="18" charset="0"/>
                                    </a:rPr>
                                    <m:t>𝟏</m:t>
                                  </m:r>
                                </m:sub>
                              </m:sSub>
                            </m:oMath>
                          </a14:m>
                          <a:r>
                            <a:rPr lang="en-US" sz="1200" kern="100">
                              <a:effectLst/>
                            </a:rPr>
                            <a:t>)</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dirty="0">
                              <a:effectLst/>
                            </a:rPr>
                            <a:t>Post-trend Coefficient (</a:t>
                          </a:r>
                          <a14:m>
                            <m:oMath xmlns:m="http://schemas.openxmlformats.org/officeDocument/2006/math">
                              <m:sSub>
                                <m:sSubPr>
                                  <m:ctrlPr>
                                    <a:rPr lang="en-US" sz="1200" i="1" kern="100">
                                      <a:effectLst/>
                                      <a:latin typeface="Cambria Math" panose="02040503050406030204" pitchFamily="18" charset="0"/>
                                    </a:rPr>
                                  </m:ctrlPr>
                                </m:sSubPr>
                                <m:e>
                                  <m:r>
                                    <a:rPr lang="en-US" sz="1200" kern="100">
                                      <a:effectLst/>
                                      <a:latin typeface="Cambria Math" panose="02040503050406030204" pitchFamily="18" charset="0"/>
                                    </a:rPr>
                                    <m:t>𝜷</m:t>
                                  </m:r>
                                </m:e>
                                <m:sub>
                                  <m:r>
                                    <a:rPr lang="en-US" sz="1200" kern="100">
                                      <a:effectLst/>
                                      <a:latin typeface="Cambria Math" panose="02040503050406030204" pitchFamily="18" charset="0"/>
                                    </a:rPr>
                                    <m:t>𝟐</m:t>
                                  </m:r>
                                </m:sub>
                              </m:sSub>
                            </m:oMath>
                          </a14:m>
                          <a:r>
                            <a:rPr lang="en-US" sz="1200" kern="100" dirty="0">
                              <a:effectLst/>
                            </a:rPr>
                            <a:t>)</a:t>
                          </a:r>
                          <a:endParaRPr lang="en-US" sz="900"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Aft>
                              <a:spcPts val="1000"/>
                            </a:spcAft>
                            <a:buNone/>
                          </a:pPr>
                          <a:r>
                            <a:rPr lang="en-US" sz="1200" kern="100">
                              <a:effectLst/>
                            </a:rPr>
                            <a:t>P-value (post)</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56176284"/>
                      </a:ext>
                    </a:extLst>
                  </a:tr>
                  <a:tr h="260219">
                    <a:tc>
                      <a:txBody>
                        <a:bodyPr/>
                        <a:lstStyle/>
                        <a:p>
                          <a:pPr marL="0" marR="0" algn="ctr">
                            <a:spcAft>
                              <a:spcPts val="1000"/>
                            </a:spcAft>
                            <a:buNone/>
                          </a:pPr>
                          <a:r>
                            <a:rPr lang="en-US" sz="1200" kern="100">
                              <a:effectLst/>
                            </a:rPr>
                            <a:t>3</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-0.0231</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b="1" kern="100" dirty="0">
                              <a:effectLst/>
                            </a:rPr>
                            <a:t>-0.0453</a:t>
                          </a:r>
                          <a:endParaRPr lang="en-US" sz="900" b="1"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a:effectLst/>
                            </a:rPr>
                            <a:t>0.0000</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028159890"/>
                      </a:ext>
                    </a:extLst>
                  </a:tr>
                  <a:tr h="260219">
                    <a:tc>
                      <a:txBody>
                        <a:bodyPr/>
                        <a:lstStyle/>
                        <a:p>
                          <a:pPr marL="0" marR="0" algn="ctr">
                            <a:spcAft>
                              <a:spcPts val="1000"/>
                            </a:spcAft>
                            <a:buNone/>
                          </a:pPr>
                          <a:r>
                            <a:rPr lang="en-US" sz="1200" kern="100">
                              <a:effectLst/>
                            </a:rPr>
                            <a:t>4</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-0.0288</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b="1" kern="100" dirty="0">
                              <a:effectLst/>
                            </a:rPr>
                            <a:t>-0.0684</a:t>
                          </a:r>
                          <a:endParaRPr lang="en-US" sz="900" b="1"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a:effectLst/>
                            </a:rPr>
                            <a:t>0.0000</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970518253"/>
                      </a:ext>
                    </a:extLst>
                  </a:tr>
                  <a:tr h="260219">
                    <a:tc>
                      <a:txBody>
                        <a:bodyPr/>
                        <a:lstStyle/>
                        <a:p>
                          <a:pPr marL="0" marR="0" algn="ctr">
                            <a:spcAft>
                              <a:spcPts val="1000"/>
                            </a:spcAft>
                            <a:buNone/>
                          </a:pPr>
                          <a:r>
                            <a:rPr lang="en-US" sz="1200" kern="100">
                              <a:effectLst/>
                            </a:rPr>
                            <a:t>5</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0.0057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0.0207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a:effectLst/>
                            </a:rPr>
                            <a:t>0.0027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402228517"/>
                      </a:ext>
                    </a:extLst>
                  </a:tr>
                  <a:tr h="260219">
                    <a:tc>
                      <a:txBody>
                        <a:bodyPr/>
                        <a:lstStyle/>
                        <a:p>
                          <a:pPr marL="0" marR="0" algn="ctr">
                            <a:spcAft>
                              <a:spcPts val="1000"/>
                            </a:spcAft>
                            <a:buNone/>
                          </a:pPr>
                          <a:r>
                            <a:rPr lang="en-US" sz="1200" kern="100">
                              <a:effectLst/>
                            </a:rPr>
                            <a:t>6</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0.0394</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0.1006</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a:effectLst/>
                            </a:rPr>
                            <a:t>0.0000</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387250640"/>
                      </a:ext>
                    </a:extLst>
                  </a:tr>
                  <a:tr h="260219">
                    <a:tc>
                      <a:txBody>
                        <a:bodyPr/>
                        <a:lstStyle/>
                        <a:p>
                          <a:pPr marL="0" marR="0" algn="ctr">
                            <a:spcAft>
                              <a:spcPts val="1000"/>
                            </a:spcAft>
                            <a:buNone/>
                          </a:pPr>
                          <a:r>
                            <a:rPr lang="en-US" sz="1200" kern="100">
                              <a:effectLst/>
                            </a:rPr>
                            <a:t>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0.0417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0.0930</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a:effectLst/>
                            </a:rPr>
                            <a:t>0.0000</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557559893"/>
                      </a:ext>
                    </a:extLst>
                  </a:tr>
                  <a:tr h="260219">
                    <a:tc>
                      <a:txBody>
                        <a:bodyPr/>
                        <a:lstStyle/>
                        <a:p>
                          <a:pPr marL="0" marR="0" algn="ctr">
                            <a:spcAft>
                              <a:spcPts val="1000"/>
                            </a:spcAft>
                            <a:buNone/>
                          </a:pPr>
                          <a:r>
                            <a:rPr lang="en-US" sz="1200" kern="100">
                              <a:effectLst/>
                            </a:rPr>
                            <a:t>8</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-0.0014</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0.0047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dirty="0">
                              <a:effectLst/>
                            </a:rPr>
                            <a:t>0.7571</a:t>
                          </a:r>
                          <a:endParaRPr lang="en-US" sz="900"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11852016"/>
                      </a:ext>
                    </a:extLst>
                  </a:tr>
                </a:tbl>
              </a:graphicData>
            </a:graphic>
          </p:graphicFrame>
        </mc:Choice>
        <mc:Fallback xmlns="">
          <p:graphicFrame>
            <p:nvGraphicFramePr>
              <p:cNvPr id="7" name="Table 6">
                <a:extLst>
                  <a:ext uri="{FF2B5EF4-FFF2-40B4-BE49-F238E27FC236}">
                    <a16:creationId xmlns:a16="http://schemas.microsoft.com/office/drawing/2014/main" id="{C18B61E9-C2F0-77BA-532B-53AE00763129}"/>
                  </a:ext>
                </a:extLst>
              </p:cNvPr>
              <p:cNvGraphicFramePr>
                <a:graphicFrameLocks noGrp="1"/>
              </p:cNvGraphicFramePr>
              <p:nvPr>
                <p:extLst>
                  <p:ext uri="{D42A27DB-BD31-4B8C-83A1-F6EECF244321}">
                    <p14:modId xmlns:p14="http://schemas.microsoft.com/office/powerpoint/2010/main" val="2350251442"/>
                  </p:ext>
                </p:extLst>
              </p:nvPr>
            </p:nvGraphicFramePr>
            <p:xfrm>
              <a:off x="2048587" y="1706526"/>
              <a:ext cx="6875626" cy="1821533"/>
            </p:xfrm>
            <a:graphic>
              <a:graphicData uri="http://schemas.openxmlformats.org/drawingml/2006/table">
                <a:tbl>
                  <a:tblPr firstRow="1" firstCol="1" bandRow="1">
                    <a:tableStyleId>{5C22544A-7EE6-4342-B048-85BDC9FD1C3A}</a:tableStyleId>
                  </a:tblPr>
                  <a:tblGrid>
                    <a:gridCol w="866394">
                      <a:extLst>
                        <a:ext uri="{9D8B030D-6E8A-4147-A177-3AD203B41FA5}">
                          <a16:colId xmlns:a16="http://schemas.microsoft.com/office/drawing/2014/main" val="3217210554"/>
                        </a:ext>
                      </a:extLst>
                    </a:gridCol>
                    <a:gridCol w="2265954">
                      <a:extLst>
                        <a:ext uri="{9D8B030D-6E8A-4147-A177-3AD203B41FA5}">
                          <a16:colId xmlns:a16="http://schemas.microsoft.com/office/drawing/2014/main" val="1327077201"/>
                        </a:ext>
                      </a:extLst>
                    </a:gridCol>
                    <a:gridCol w="2074162">
                      <a:extLst>
                        <a:ext uri="{9D8B030D-6E8A-4147-A177-3AD203B41FA5}">
                          <a16:colId xmlns:a16="http://schemas.microsoft.com/office/drawing/2014/main" val="2798879439"/>
                        </a:ext>
                      </a:extLst>
                    </a:gridCol>
                    <a:gridCol w="202911">
                      <a:extLst>
                        <a:ext uri="{9D8B030D-6E8A-4147-A177-3AD203B41FA5}">
                          <a16:colId xmlns:a16="http://schemas.microsoft.com/office/drawing/2014/main" val="2832780915"/>
                        </a:ext>
                      </a:extLst>
                    </a:gridCol>
                    <a:gridCol w="1466205">
                      <a:extLst>
                        <a:ext uri="{9D8B030D-6E8A-4147-A177-3AD203B41FA5}">
                          <a16:colId xmlns:a16="http://schemas.microsoft.com/office/drawing/2014/main" val="2966984450"/>
                        </a:ext>
                      </a:extLst>
                    </a:gridCol>
                  </a:tblGrid>
                  <a:tr h="260219">
                    <a:tc>
                      <a:txBody>
                        <a:bodyPr/>
                        <a:lstStyle/>
                        <a:p>
                          <a:pPr marL="0" marR="0" algn="ctr">
                            <a:spcAft>
                              <a:spcPts val="1000"/>
                            </a:spcAft>
                            <a:buNone/>
                          </a:pPr>
                          <a:r>
                            <a:rPr lang="en-US" sz="1200" kern="100">
                              <a:effectLst/>
                            </a:rPr>
                            <a:t>Grade</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38441" t="-16279" r="-166398" b="-604651"/>
                          </a:stretch>
                        </a:blipFill>
                      </a:tcPr>
                    </a:tc>
                    <a:tc gridSpan="2">
                      <a:txBody>
                        <a:bodyPr/>
                        <a:lstStyle/>
                        <a:p>
                          <a:endParaRPr lang="en-US"/>
                        </a:p>
                      </a:txBody>
                      <a:tcPr marL="68580" marR="68580" marT="0" marB="0">
                        <a:blipFill>
                          <a:blip r:embed="rId3"/>
                          <a:stretch>
                            <a:fillRect l="-138070" t="-16279" r="-65952" b="-604651"/>
                          </a:stretch>
                        </a:blipFill>
                      </a:tcPr>
                    </a:tc>
                    <a:tc hMerge="1">
                      <a:txBody>
                        <a:bodyPr/>
                        <a:lstStyle/>
                        <a:p>
                          <a:endParaRPr lang="en-US"/>
                        </a:p>
                      </a:txBody>
                      <a:tcPr/>
                    </a:tc>
                    <a:tc>
                      <a:txBody>
                        <a:bodyPr/>
                        <a:lstStyle/>
                        <a:p>
                          <a:pPr marL="0" marR="0" algn="ctr">
                            <a:spcAft>
                              <a:spcPts val="1000"/>
                            </a:spcAft>
                            <a:buNone/>
                          </a:pPr>
                          <a:r>
                            <a:rPr lang="en-US" sz="1200" kern="100">
                              <a:effectLst/>
                            </a:rPr>
                            <a:t>P-value (post)</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56176284"/>
                      </a:ext>
                    </a:extLst>
                  </a:tr>
                  <a:tr h="260219">
                    <a:tc>
                      <a:txBody>
                        <a:bodyPr/>
                        <a:lstStyle/>
                        <a:p>
                          <a:pPr marL="0" marR="0" algn="ctr">
                            <a:spcAft>
                              <a:spcPts val="1000"/>
                            </a:spcAft>
                            <a:buNone/>
                          </a:pPr>
                          <a:r>
                            <a:rPr lang="en-US" sz="1200" kern="100">
                              <a:effectLst/>
                            </a:rPr>
                            <a:t>3</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-0.0231</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b="1" kern="100" dirty="0">
                              <a:effectLst/>
                            </a:rPr>
                            <a:t>-0.0453</a:t>
                          </a:r>
                          <a:endParaRPr lang="en-US" sz="900" b="1"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a:effectLst/>
                            </a:rPr>
                            <a:t>0.0000</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028159890"/>
                      </a:ext>
                    </a:extLst>
                  </a:tr>
                  <a:tr h="260219">
                    <a:tc>
                      <a:txBody>
                        <a:bodyPr/>
                        <a:lstStyle/>
                        <a:p>
                          <a:pPr marL="0" marR="0" algn="ctr">
                            <a:spcAft>
                              <a:spcPts val="1000"/>
                            </a:spcAft>
                            <a:buNone/>
                          </a:pPr>
                          <a:r>
                            <a:rPr lang="en-US" sz="1200" kern="100">
                              <a:effectLst/>
                            </a:rPr>
                            <a:t>4</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-0.0288</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b="1" kern="100" dirty="0">
                              <a:effectLst/>
                            </a:rPr>
                            <a:t>-0.0684</a:t>
                          </a:r>
                          <a:endParaRPr lang="en-US" sz="900" b="1"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a:effectLst/>
                            </a:rPr>
                            <a:t>0.0000</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970518253"/>
                      </a:ext>
                    </a:extLst>
                  </a:tr>
                  <a:tr h="260219">
                    <a:tc>
                      <a:txBody>
                        <a:bodyPr/>
                        <a:lstStyle/>
                        <a:p>
                          <a:pPr marL="0" marR="0" algn="ctr">
                            <a:spcAft>
                              <a:spcPts val="1000"/>
                            </a:spcAft>
                            <a:buNone/>
                          </a:pPr>
                          <a:r>
                            <a:rPr lang="en-US" sz="1200" kern="100">
                              <a:effectLst/>
                            </a:rPr>
                            <a:t>5</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0.0057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0.0207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a:effectLst/>
                            </a:rPr>
                            <a:t>0.0027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402228517"/>
                      </a:ext>
                    </a:extLst>
                  </a:tr>
                  <a:tr h="260219">
                    <a:tc>
                      <a:txBody>
                        <a:bodyPr/>
                        <a:lstStyle/>
                        <a:p>
                          <a:pPr marL="0" marR="0" algn="ctr">
                            <a:spcAft>
                              <a:spcPts val="1000"/>
                            </a:spcAft>
                            <a:buNone/>
                          </a:pPr>
                          <a:r>
                            <a:rPr lang="en-US" sz="1200" kern="100">
                              <a:effectLst/>
                            </a:rPr>
                            <a:t>6</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0.0394</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0.1006</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a:effectLst/>
                            </a:rPr>
                            <a:t>0.0000</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387250640"/>
                      </a:ext>
                    </a:extLst>
                  </a:tr>
                  <a:tr h="260219">
                    <a:tc>
                      <a:txBody>
                        <a:bodyPr/>
                        <a:lstStyle/>
                        <a:p>
                          <a:pPr marL="0" marR="0" algn="ctr">
                            <a:spcAft>
                              <a:spcPts val="1000"/>
                            </a:spcAft>
                            <a:buNone/>
                          </a:pPr>
                          <a:r>
                            <a:rPr lang="en-US" sz="1200" kern="100">
                              <a:effectLst/>
                            </a:rPr>
                            <a:t>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0.0417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0.0930</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a:effectLst/>
                            </a:rPr>
                            <a:t>0.0000</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2557559893"/>
                      </a:ext>
                    </a:extLst>
                  </a:tr>
                  <a:tr h="260219">
                    <a:tc>
                      <a:txBody>
                        <a:bodyPr/>
                        <a:lstStyle/>
                        <a:p>
                          <a:pPr marL="0" marR="0" algn="ctr">
                            <a:spcAft>
                              <a:spcPts val="1000"/>
                            </a:spcAft>
                            <a:buNone/>
                          </a:pPr>
                          <a:r>
                            <a:rPr lang="en-US" sz="1200" kern="100">
                              <a:effectLst/>
                            </a:rPr>
                            <a:t>8</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-0.0014</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Aft>
                              <a:spcPts val="1000"/>
                            </a:spcAft>
                            <a:buNone/>
                          </a:pPr>
                          <a:r>
                            <a:rPr lang="en-US" sz="1200" kern="100">
                              <a:effectLst/>
                            </a:rPr>
                            <a:t>0.0047</a:t>
                          </a:r>
                          <a:endParaRPr lang="en-US" sz="900" i="1" kern="10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spcAft>
                              <a:spcPts val="1000"/>
                            </a:spcAft>
                            <a:buNone/>
                          </a:pPr>
                          <a:r>
                            <a:rPr lang="en-US" sz="1200" kern="100" dirty="0">
                              <a:effectLst/>
                            </a:rPr>
                            <a:t>0.7571</a:t>
                          </a:r>
                          <a:endParaRPr lang="en-US" sz="900" i="1" kern="100" dirty="0">
                            <a:solidFill>
                              <a:srgbClr val="0E2841"/>
                            </a:solidFill>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11852016"/>
                      </a:ext>
                    </a:extLst>
                  </a:tr>
                </a:tbl>
              </a:graphicData>
            </a:graphic>
          </p:graphicFrame>
        </mc:Fallback>
      </mc:AlternateContent>
    </p:spTree>
    <p:extLst>
      <p:ext uri="{BB962C8B-B14F-4D97-AF65-F5344CB8AC3E}">
        <p14:creationId xmlns:p14="http://schemas.microsoft.com/office/powerpoint/2010/main" val="27423534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4FC0-B146-7747-9F6D-33ABCD71144B}"/>
              </a:ext>
            </a:extLst>
          </p:cNvPr>
          <p:cNvSpPr>
            <a:spLocks noGrp="1"/>
          </p:cNvSpPr>
          <p:nvPr>
            <p:ph type="title"/>
          </p:nvPr>
        </p:nvSpPr>
        <p:spPr/>
        <p:txBody>
          <a:bodyPr/>
          <a:lstStyle/>
          <a:p>
            <a:r>
              <a:rPr lang="en-US" dirty="0"/>
              <a:t>Improved Model</a:t>
            </a:r>
          </a:p>
        </p:txBody>
      </p:sp>
      <p:sp>
        <p:nvSpPr>
          <p:cNvPr id="3" name="Text Placeholder 2">
            <a:extLst>
              <a:ext uri="{FF2B5EF4-FFF2-40B4-BE49-F238E27FC236}">
                <a16:creationId xmlns:a16="http://schemas.microsoft.com/office/drawing/2014/main" id="{CE54819A-5303-33B6-97B4-92541809794C}"/>
              </a:ext>
            </a:extLst>
          </p:cNvPr>
          <p:cNvSpPr>
            <a:spLocks noGrp="1"/>
          </p:cNvSpPr>
          <p:nvPr>
            <p:ph type="body" sz="half" idx="34"/>
          </p:nvPr>
        </p:nvSpPr>
        <p:spPr/>
        <p:txBody>
          <a:bodyPr/>
          <a:lstStyle/>
          <a:p>
            <a:r>
              <a:rPr lang="en-US" dirty="0"/>
              <a:t>Robustness check</a:t>
            </a:r>
          </a:p>
        </p:txBody>
      </p:sp>
      <p:sp>
        <p:nvSpPr>
          <p:cNvPr id="4" name="Content Placeholder 3">
            <a:extLst>
              <a:ext uri="{FF2B5EF4-FFF2-40B4-BE49-F238E27FC236}">
                <a16:creationId xmlns:a16="http://schemas.microsoft.com/office/drawing/2014/main" id="{3DD55E2B-A3D4-049B-FCBB-7A50191B4FE8}"/>
              </a:ext>
            </a:extLst>
          </p:cNvPr>
          <p:cNvSpPr>
            <a:spLocks noGrp="1"/>
          </p:cNvSpPr>
          <p:nvPr>
            <p:ph idx="10"/>
          </p:nvPr>
        </p:nvSpPr>
        <p:spPr>
          <a:xfrm>
            <a:off x="731520" y="3943634"/>
            <a:ext cx="9509760" cy="2373282"/>
          </a:xfrm>
        </p:spPr>
        <p:txBody>
          <a:bodyPr/>
          <a:lstStyle/>
          <a:p>
            <a:r>
              <a:rPr lang="en-US" dirty="0"/>
              <a:t>Results show that findings for post-COVID effects still hold despite potential violations of the parallel trends assumption for third and fourth graders.</a:t>
            </a:r>
          </a:p>
          <a:p>
            <a:r>
              <a:rPr lang="en-US" dirty="0"/>
              <a:t>Grades 5-8 report a magnitude 0, meaning models were statistically insignificant even in the event of perfect parallel trends</a:t>
            </a:r>
          </a:p>
        </p:txBody>
      </p:sp>
      <p:graphicFrame>
        <p:nvGraphicFramePr>
          <p:cNvPr id="20" name="Table 19">
            <a:extLst>
              <a:ext uri="{FF2B5EF4-FFF2-40B4-BE49-F238E27FC236}">
                <a16:creationId xmlns:a16="http://schemas.microsoft.com/office/drawing/2014/main" id="{495270E7-F3C1-C6E1-BAD8-1676F871C3E2}"/>
              </a:ext>
            </a:extLst>
          </p:cNvPr>
          <p:cNvGraphicFramePr>
            <a:graphicFrameLocks noGrp="1"/>
          </p:cNvGraphicFramePr>
          <p:nvPr>
            <p:extLst>
              <p:ext uri="{D42A27DB-BD31-4B8C-83A1-F6EECF244321}">
                <p14:modId xmlns:p14="http://schemas.microsoft.com/office/powerpoint/2010/main" val="3622737377"/>
              </p:ext>
            </p:extLst>
          </p:nvPr>
        </p:nvGraphicFramePr>
        <p:xfrm>
          <a:off x="3216441" y="1749484"/>
          <a:ext cx="4609672" cy="1821533"/>
        </p:xfrm>
        <a:graphic>
          <a:graphicData uri="http://schemas.openxmlformats.org/drawingml/2006/table">
            <a:tbl>
              <a:tblPr firstRow="1" firstCol="1" bandRow="1">
                <a:tableStyleId>{5C22544A-7EE6-4342-B048-85BDC9FD1C3A}</a:tableStyleId>
              </a:tblPr>
              <a:tblGrid>
                <a:gridCol w="866394">
                  <a:extLst>
                    <a:ext uri="{9D8B030D-6E8A-4147-A177-3AD203B41FA5}">
                      <a16:colId xmlns:a16="http://schemas.microsoft.com/office/drawing/2014/main" val="3217210554"/>
                    </a:ext>
                  </a:extLst>
                </a:gridCol>
                <a:gridCol w="2277073">
                  <a:extLst>
                    <a:ext uri="{9D8B030D-6E8A-4147-A177-3AD203B41FA5}">
                      <a16:colId xmlns:a16="http://schemas.microsoft.com/office/drawing/2014/main" val="2798879439"/>
                    </a:ext>
                  </a:extLst>
                </a:gridCol>
                <a:gridCol w="1466205">
                  <a:extLst>
                    <a:ext uri="{9D8B030D-6E8A-4147-A177-3AD203B41FA5}">
                      <a16:colId xmlns:a16="http://schemas.microsoft.com/office/drawing/2014/main" val="2966984450"/>
                    </a:ext>
                  </a:extLst>
                </a:gridCol>
              </a:tblGrid>
              <a:tr h="260219">
                <a:tc>
                  <a:txBody>
                    <a:bodyPr/>
                    <a:lstStyle/>
                    <a:p>
                      <a:pPr marL="0" marR="0" algn="ctr">
                        <a:spcAft>
                          <a:spcPts val="1000"/>
                        </a:spcAft>
                        <a:buNone/>
                      </a:pPr>
                      <a:r>
                        <a:rPr lang="en-US" sz="1500" b="0" i="0" kern="100">
                          <a:effectLst/>
                          <a:latin typeface="+mn-lt"/>
                        </a:rPr>
                        <a:t>Grade</a:t>
                      </a:r>
                      <a:endParaRPr lang="en-US" sz="1500" b="0" i="0" kern="100">
                        <a:solidFill>
                          <a:srgbClr val="0E2841"/>
                        </a:solidFill>
                        <a:effectLst/>
                        <a:latin typeface="+mn-lt"/>
                        <a:ea typeface="Times New Roman" panose="02020603050405020304" pitchFamily="18" charset="0"/>
                      </a:endParaRPr>
                    </a:p>
                  </a:txBody>
                  <a:tcPr marL="68580" marR="68580" marT="0" marB="0"/>
                </a:tc>
                <a:tc>
                  <a:txBody>
                    <a:bodyPr/>
                    <a:lstStyle/>
                    <a:p>
                      <a:pPr marL="0" marR="0" algn="ctr">
                        <a:spcAft>
                          <a:spcPts val="1000"/>
                        </a:spcAft>
                        <a:buNone/>
                      </a:pPr>
                      <a:r>
                        <a:rPr lang="en-US" sz="1500" b="0" i="0" kern="100" dirty="0">
                          <a:solidFill>
                            <a:schemeClr val="bg1"/>
                          </a:solidFill>
                          <a:effectLst/>
                          <a:latin typeface="+mn-lt"/>
                          <a:ea typeface="Times New Roman" panose="02020603050405020304" pitchFamily="18" charset="0"/>
                        </a:rPr>
                        <a:t>Magnitude</a:t>
                      </a:r>
                    </a:p>
                  </a:txBody>
                  <a:tcPr marL="68580" marR="68580" marT="0" marB="0"/>
                </a:tc>
                <a:tc>
                  <a:txBody>
                    <a:bodyPr/>
                    <a:lstStyle/>
                    <a:p>
                      <a:pPr marL="0" marR="0" algn="ctr">
                        <a:spcAft>
                          <a:spcPts val="1000"/>
                        </a:spcAft>
                        <a:buNone/>
                      </a:pPr>
                      <a:r>
                        <a:rPr lang="en-US" sz="1500" b="0" i="0" kern="100" dirty="0">
                          <a:effectLst/>
                          <a:latin typeface="+mn-lt"/>
                        </a:rPr>
                        <a:t>Conclusion</a:t>
                      </a:r>
                      <a:endParaRPr lang="en-US" sz="1500" b="0" i="0" kern="100" dirty="0">
                        <a:solidFill>
                          <a:srgbClr val="0E2841"/>
                        </a:solidFill>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3956176284"/>
                  </a:ext>
                </a:extLst>
              </a:tr>
              <a:tr h="260219">
                <a:tc>
                  <a:txBody>
                    <a:bodyPr/>
                    <a:lstStyle/>
                    <a:p>
                      <a:pPr marL="0" marR="0" algn="ctr">
                        <a:spcAft>
                          <a:spcPts val="1000"/>
                        </a:spcAft>
                        <a:buNone/>
                      </a:pPr>
                      <a:r>
                        <a:rPr lang="en-US" sz="1500" b="0" i="0" kern="100">
                          <a:effectLst/>
                          <a:latin typeface="+mn-lt"/>
                        </a:rPr>
                        <a:t>3</a:t>
                      </a:r>
                      <a:endParaRPr lang="en-US" sz="1500" b="0" i="0" kern="100">
                        <a:solidFill>
                          <a:srgbClr val="0E2841"/>
                        </a:solidFill>
                        <a:effectLst/>
                        <a:latin typeface="+mn-lt"/>
                        <a:ea typeface="Times New Roman" panose="02020603050405020304" pitchFamily="18" charset="0"/>
                      </a:endParaRPr>
                    </a:p>
                  </a:txBody>
                  <a:tcPr marL="68580" marR="68580" marT="0" marB="0"/>
                </a:tc>
                <a:tc>
                  <a:txBody>
                    <a:bodyPr/>
                    <a:lstStyle/>
                    <a:p>
                      <a:pPr marL="0" marR="0" algn="ctr">
                        <a:spcAft>
                          <a:spcPts val="1000"/>
                        </a:spcAft>
                        <a:buNone/>
                      </a:pPr>
                      <a:r>
                        <a:rPr lang="en-US" sz="1500" b="0" i="0" kern="100" dirty="0">
                          <a:solidFill>
                            <a:srgbClr val="0E2841"/>
                          </a:solidFill>
                          <a:effectLst/>
                          <a:latin typeface="+mn-lt"/>
                          <a:ea typeface="Times New Roman" panose="02020603050405020304" pitchFamily="18" charset="0"/>
                        </a:rPr>
                        <a:t>1.5</a:t>
                      </a:r>
                    </a:p>
                  </a:txBody>
                  <a:tcPr marL="68580" marR="68580" marT="0" marB="0"/>
                </a:tc>
                <a:tc>
                  <a:txBody>
                    <a:bodyPr/>
                    <a:lstStyle/>
                    <a:p>
                      <a:endParaRPr lang="en-US" sz="1500"/>
                    </a:p>
                  </a:txBody>
                  <a:tcPr marL="68580" marR="68580" marT="0" marB="0"/>
                </a:tc>
                <a:extLst>
                  <a:ext uri="{0D108BD9-81ED-4DB2-BD59-A6C34878D82A}">
                    <a16:rowId xmlns:a16="http://schemas.microsoft.com/office/drawing/2014/main" val="2028159890"/>
                  </a:ext>
                </a:extLst>
              </a:tr>
              <a:tr h="260219">
                <a:tc>
                  <a:txBody>
                    <a:bodyPr/>
                    <a:lstStyle/>
                    <a:p>
                      <a:pPr marL="0" marR="0" algn="ctr">
                        <a:spcAft>
                          <a:spcPts val="1000"/>
                        </a:spcAft>
                        <a:buNone/>
                      </a:pPr>
                      <a:r>
                        <a:rPr lang="en-US" sz="1500" b="0" i="0" kern="100">
                          <a:effectLst/>
                          <a:latin typeface="+mn-lt"/>
                        </a:rPr>
                        <a:t>4</a:t>
                      </a:r>
                      <a:endParaRPr lang="en-US" sz="1500" b="0" i="0" kern="100">
                        <a:solidFill>
                          <a:srgbClr val="0E2841"/>
                        </a:solidFill>
                        <a:effectLst/>
                        <a:latin typeface="+mn-lt"/>
                        <a:ea typeface="Times New Roman" panose="02020603050405020304" pitchFamily="18" charset="0"/>
                      </a:endParaRPr>
                    </a:p>
                  </a:txBody>
                  <a:tcPr marL="68580" marR="68580" marT="0" marB="0"/>
                </a:tc>
                <a:tc>
                  <a:txBody>
                    <a:bodyPr/>
                    <a:lstStyle/>
                    <a:p>
                      <a:pPr marL="0" marR="0" algn="ctr">
                        <a:spcAft>
                          <a:spcPts val="1000"/>
                        </a:spcAft>
                        <a:buNone/>
                      </a:pPr>
                      <a:r>
                        <a:rPr lang="en-US" sz="1500" b="0" i="0" kern="100" dirty="0">
                          <a:solidFill>
                            <a:srgbClr val="0E2841"/>
                          </a:solidFill>
                          <a:effectLst/>
                          <a:latin typeface="+mn-lt"/>
                          <a:ea typeface="Times New Roman" panose="02020603050405020304" pitchFamily="18" charset="0"/>
                        </a:rPr>
                        <a:t>1</a:t>
                      </a:r>
                    </a:p>
                  </a:txBody>
                  <a:tcPr marL="68580" marR="68580" marT="0" marB="0"/>
                </a:tc>
                <a:tc>
                  <a:txBody>
                    <a:bodyPr/>
                    <a:lstStyle/>
                    <a:p>
                      <a:endParaRPr lang="en-US" sz="1500" dirty="0"/>
                    </a:p>
                  </a:txBody>
                  <a:tcPr marL="68580" marR="68580" marT="0" marB="0"/>
                </a:tc>
                <a:extLst>
                  <a:ext uri="{0D108BD9-81ED-4DB2-BD59-A6C34878D82A}">
                    <a16:rowId xmlns:a16="http://schemas.microsoft.com/office/drawing/2014/main" val="970518253"/>
                  </a:ext>
                </a:extLst>
              </a:tr>
              <a:tr h="260219">
                <a:tc>
                  <a:txBody>
                    <a:bodyPr/>
                    <a:lstStyle/>
                    <a:p>
                      <a:pPr marL="0" marR="0" algn="ctr">
                        <a:spcAft>
                          <a:spcPts val="1000"/>
                        </a:spcAft>
                        <a:buNone/>
                      </a:pPr>
                      <a:r>
                        <a:rPr lang="en-US" sz="1500" b="0" i="0" kern="100">
                          <a:effectLst/>
                          <a:latin typeface="+mn-lt"/>
                        </a:rPr>
                        <a:t>5</a:t>
                      </a:r>
                      <a:endParaRPr lang="en-US" sz="1500" b="0" i="0" kern="100">
                        <a:solidFill>
                          <a:srgbClr val="0E2841"/>
                        </a:solidFill>
                        <a:effectLst/>
                        <a:latin typeface="+mn-lt"/>
                        <a:ea typeface="Times New Roman" panose="02020603050405020304" pitchFamily="18" charset="0"/>
                      </a:endParaRPr>
                    </a:p>
                  </a:txBody>
                  <a:tcPr marL="68580" marR="68580" marT="0" marB="0"/>
                </a:tc>
                <a:tc>
                  <a:txBody>
                    <a:bodyPr/>
                    <a:lstStyle/>
                    <a:p>
                      <a:pPr marL="0" marR="0" algn="ctr">
                        <a:spcAft>
                          <a:spcPts val="1000"/>
                        </a:spcAft>
                        <a:buNone/>
                      </a:pPr>
                      <a:r>
                        <a:rPr lang="en-US" sz="1500" b="0" i="0" kern="100" dirty="0">
                          <a:effectLst/>
                          <a:latin typeface="+mn-lt"/>
                        </a:rPr>
                        <a:t>0</a:t>
                      </a:r>
                      <a:endParaRPr lang="en-US" sz="1500" b="0" i="0" kern="100" dirty="0">
                        <a:solidFill>
                          <a:srgbClr val="0E2841"/>
                        </a:solidFill>
                        <a:effectLst/>
                        <a:latin typeface="+mn-lt"/>
                        <a:ea typeface="Times New Roman" panose="02020603050405020304" pitchFamily="18" charset="0"/>
                      </a:endParaRPr>
                    </a:p>
                  </a:txBody>
                  <a:tcPr marL="68580" marR="68580" marT="0" marB="0"/>
                </a:tc>
                <a:tc>
                  <a:txBody>
                    <a:bodyPr/>
                    <a:lstStyle/>
                    <a:p>
                      <a:endParaRPr lang="en-US" sz="1500" dirty="0"/>
                    </a:p>
                  </a:txBody>
                  <a:tcPr marL="68580" marR="68580" marT="0" marB="0"/>
                </a:tc>
                <a:extLst>
                  <a:ext uri="{0D108BD9-81ED-4DB2-BD59-A6C34878D82A}">
                    <a16:rowId xmlns:a16="http://schemas.microsoft.com/office/drawing/2014/main" val="2402228517"/>
                  </a:ext>
                </a:extLst>
              </a:tr>
              <a:tr h="260219">
                <a:tc>
                  <a:txBody>
                    <a:bodyPr/>
                    <a:lstStyle/>
                    <a:p>
                      <a:pPr marL="0" marR="0" algn="ctr">
                        <a:spcAft>
                          <a:spcPts val="1000"/>
                        </a:spcAft>
                        <a:buNone/>
                      </a:pPr>
                      <a:r>
                        <a:rPr lang="en-US" sz="1500" b="0" i="0" kern="100">
                          <a:effectLst/>
                          <a:latin typeface="+mn-lt"/>
                        </a:rPr>
                        <a:t>6</a:t>
                      </a:r>
                      <a:endParaRPr lang="en-US" sz="1500" b="0" i="0" kern="100">
                        <a:solidFill>
                          <a:srgbClr val="0E2841"/>
                        </a:solidFill>
                        <a:effectLst/>
                        <a:latin typeface="+mn-lt"/>
                        <a:ea typeface="Times New Roman" panose="02020603050405020304" pitchFamily="18" charset="0"/>
                      </a:endParaRPr>
                    </a:p>
                  </a:txBody>
                  <a:tcPr marL="68580" marR="68580" marT="0" marB="0"/>
                </a:tc>
                <a:tc>
                  <a:txBody>
                    <a:bodyPr/>
                    <a:lstStyle/>
                    <a:p>
                      <a:pPr marL="0" marR="0" algn="ctr">
                        <a:spcAft>
                          <a:spcPts val="1000"/>
                        </a:spcAft>
                        <a:buNone/>
                      </a:pPr>
                      <a:r>
                        <a:rPr lang="en-US" sz="1500" b="0" i="0" kern="100" dirty="0">
                          <a:effectLst/>
                          <a:latin typeface="+mn-lt"/>
                        </a:rPr>
                        <a:t>0</a:t>
                      </a:r>
                      <a:endParaRPr lang="en-US" sz="1500" b="0" i="0" kern="100" dirty="0">
                        <a:solidFill>
                          <a:srgbClr val="0E2841"/>
                        </a:solidFill>
                        <a:effectLst/>
                        <a:latin typeface="+mn-lt"/>
                        <a:ea typeface="Times New Roman" panose="02020603050405020304" pitchFamily="18" charset="0"/>
                      </a:endParaRPr>
                    </a:p>
                  </a:txBody>
                  <a:tcPr marL="68580" marR="68580" marT="0" marB="0"/>
                </a:tc>
                <a:tc>
                  <a:txBody>
                    <a:bodyPr/>
                    <a:lstStyle/>
                    <a:p>
                      <a:endParaRPr lang="en-US" sz="1500" dirty="0"/>
                    </a:p>
                  </a:txBody>
                  <a:tcPr marL="68580" marR="68580" marT="0" marB="0"/>
                </a:tc>
                <a:extLst>
                  <a:ext uri="{0D108BD9-81ED-4DB2-BD59-A6C34878D82A}">
                    <a16:rowId xmlns:a16="http://schemas.microsoft.com/office/drawing/2014/main" val="2387250640"/>
                  </a:ext>
                </a:extLst>
              </a:tr>
              <a:tr h="260219">
                <a:tc>
                  <a:txBody>
                    <a:bodyPr/>
                    <a:lstStyle/>
                    <a:p>
                      <a:pPr marL="0" marR="0" algn="ctr">
                        <a:spcAft>
                          <a:spcPts val="1000"/>
                        </a:spcAft>
                        <a:buNone/>
                      </a:pPr>
                      <a:r>
                        <a:rPr lang="en-US" sz="1500" b="0" i="0" kern="100">
                          <a:effectLst/>
                          <a:latin typeface="+mn-lt"/>
                        </a:rPr>
                        <a:t>7</a:t>
                      </a:r>
                      <a:endParaRPr lang="en-US" sz="1500" b="0" i="0" kern="100">
                        <a:solidFill>
                          <a:srgbClr val="0E2841"/>
                        </a:solidFill>
                        <a:effectLst/>
                        <a:latin typeface="+mn-lt"/>
                        <a:ea typeface="Times New Roman" panose="02020603050405020304" pitchFamily="18" charset="0"/>
                      </a:endParaRPr>
                    </a:p>
                  </a:txBody>
                  <a:tcPr marL="68580" marR="68580" marT="0" marB="0"/>
                </a:tc>
                <a:tc>
                  <a:txBody>
                    <a:bodyPr/>
                    <a:lstStyle/>
                    <a:p>
                      <a:pPr marL="0" marR="0" algn="ctr">
                        <a:spcAft>
                          <a:spcPts val="1000"/>
                        </a:spcAft>
                        <a:buNone/>
                      </a:pPr>
                      <a:r>
                        <a:rPr lang="en-US" sz="1500" b="0" i="0" kern="100" dirty="0">
                          <a:effectLst/>
                          <a:latin typeface="+mn-lt"/>
                        </a:rPr>
                        <a:t>0</a:t>
                      </a:r>
                      <a:endParaRPr lang="en-US" sz="1500" b="0" i="0" kern="100" dirty="0">
                        <a:solidFill>
                          <a:srgbClr val="0E2841"/>
                        </a:solidFill>
                        <a:effectLst/>
                        <a:latin typeface="+mn-lt"/>
                        <a:ea typeface="Times New Roman" panose="02020603050405020304" pitchFamily="18" charset="0"/>
                      </a:endParaRPr>
                    </a:p>
                  </a:txBody>
                  <a:tcPr marL="68580" marR="68580" marT="0" marB="0"/>
                </a:tc>
                <a:tc>
                  <a:txBody>
                    <a:bodyPr/>
                    <a:lstStyle/>
                    <a:p>
                      <a:endParaRPr lang="en-US" sz="1500" dirty="0"/>
                    </a:p>
                  </a:txBody>
                  <a:tcPr marL="68580" marR="68580" marT="0" marB="0"/>
                </a:tc>
                <a:extLst>
                  <a:ext uri="{0D108BD9-81ED-4DB2-BD59-A6C34878D82A}">
                    <a16:rowId xmlns:a16="http://schemas.microsoft.com/office/drawing/2014/main" val="2557559893"/>
                  </a:ext>
                </a:extLst>
              </a:tr>
              <a:tr h="260219">
                <a:tc>
                  <a:txBody>
                    <a:bodyPr/>
                    <a:lstStyle/>
                    <a:p>
                      <a:pPr marL="0" marR="0" algn="ctr">
                        <a:spcAft>
                          <a:spcPts val="1000"/>
                        </a:spcAft>
                        <a:buNone/>
                      </a:pPr>
                      <a:r>
                        <a:rPr lang="en-US" sz="1500" b="0" i="0" kern="100">
                          <a:effectLst/>
                          <a:latin typeface="+mn-lt"/>
                        </a:rPr>
                        <a:t>8</a:t>
                      </a:r>
                      <a:endParaRPr lang="en-US" sz="1500" b="0" i="0" kern="100">
                        <a:solidFill>
                          <a:srgbClr val="0E2841"/>
                        </a:solidFill>
                        <a:effectLst/>
                        <a:latin typeface="+mn-lt"/>
                        <a:ea typeface="Times New Roman" panose="02020603050405020304" pitchFamily="18" charset="0"/>
                      </a:endParaRPr>
                    </a:p>
                  </a:txBody>
                  <a:tcPr marL="68580" marR="68580" marT="0" marB="0"/>
                </a:tc>
                <a:tc>
                  <a:txBody>
                    <a:bodyPr/>
                    <a:lstStyle/>
                    <a:p>
                      <a:pPr marL="0" marR="0" algn="ctr">
                        <a:spcAft>
                          <a:spcPts val="1000"/>
                        </a:spcAft>
                        <a:buNone/>
                      </a:pPr>
                      <a:r>
                        <a:rPr lang="en-US" sz="1500" b="0" i="0" kern="100" dirty="0">
                          <a:solidFill>
                            <a:srgbClr val="0E2841"/>
                          </a:solidFill>
                          <a:effectLst/>
                          <a:latin typeface="+mn-lt"/>
                          <a:ea typeface="Times New Roman" panose="02020603050405020304" pitchFamily="18" charset="0"/>
                        </a:rPr>
                        <a:t>0</a:t>
                      </a:r>
                    </a:p>
                  </a:txBody>
                  <a:tcPr marL="68580" marR="68580" marT="0" marB="0"/>
                </a:tc>
                <a:tc>
                  <a:txBody>
                    <a:bodyPr/>
                    <a:lstStyle/>
                    <a:p>
                      <a:endParaRPr lang="en-US" sz="1500" dirty="0"/>
                    </a:p>
                  </a:txBody>
                  <a:tcPr marL="68580" marR="68580" marT="0" marB="0"/>
                </a:tc>
                <a:extLst>
                  <a:ext uri="{0D108BD9-81ED-4DB2-BD59-A6C34878D82A}">
                    <a16:rowId xmlns:a16="http://schemas.microsoft.com/office/drawing/2014/main" val="111852016"/>
                  </a:ext>
                </a:extLst>
              </a:tr>
            </a:tbl>
          </a:graphicData>
        </a:graphic>
      </p:graphicFrame>
      <p:pic>
        <p:nvPicPr>
          <p:cNvPr id="21" name="Graphic 6" descr="Checkmark with solid fill">
            <a:extLst>
              <a:ext uri="{FF2B5EF4-FFF2-40B4-BE49-F238E27FC236}">
                <a16:creationId xmlns:a16="http://schemas.microsoft.com/office/drawing/2014/main" id="{92CA5D4B-C983-F220-FB45-355FD554C02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903356" y="2051097"/>
            <a:ext cx="182880" cy="182880"/>
          </a:xfrm>
          <a:prstGeom prst="rect">
            <a:avLst/>
          </a:prstGeom>
        </p:spPr>
      </p:pic>
      <p:pic>
        <p:nvPicPr>
          <p:cNvPr id="22" name="Graphic 6" descr="Checkmark with solid fill">
            <a:extLst>
              <a:ext uri="{FF2B5EF4-FFF2-40B4-BE49-F238E27FC236}">
                <a16:creationId xmlns:a16="http://schemas.microsoft.com/office/drawing/2014/main" id="{50E3792F-EF43-AE22-BE2E-29EF6BECA8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903876" y="2300430"/>
            <a:ext cx="182880" cy="182880"/>
          </a:xfrm>
          <a:prstGeom prst="rect">
            <a:avLst/>
          </a:prstGeom>
        </p:spPr>
      </p:pic>
      <p:pic>
        <p:nvPicPr>
          <p:cNvPr id="23" name="Graphic 7" descr="Close with solid fill">
            <a:extLst>
              <a:ext uri="{FF2B5EF4-FFF2-40B4-BE49-F238E27FC236}">
                <a16:creationId xmlns:a16="http://schemas.microsoft.com/office/drawing/2014/main" id="{615CF6E6-9C19-DB12-EF67-D37EFF1571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6896256" y="2563936"/>
            <a:ext cx="190500" cy="190500"/>
          </a:xfrm>
          <a:prstGeom prst="rect">
            <a:avLst/>
          </a:prstGeom>
        </p:spPr>
      </p:pic>
      <p:pic>
        <p:nvPicPr>
          <p:cNvPr id="24" name="Graphic 7" descr="Close with solid fill">
            <a:extLst>
              <a:ext uri="{FF2B5EF4-FFF2-40B4-BE49-F238E27FC236}">
                <a16:creationId xmlns:a16="http://schemas.microsoft.com/office/drawing/2014/main" id="{7BAD955D-CF4C-D458-1CDC-65A0CAF4ED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6896256" y="2850241"/>
            <a:ext cx="190500" cy="190500"/>
          </a:xfrm>
          <a:prstGeom prst="rect">
            <a:avLst/>
          </a:prstGeom>
        </p:spPr>
      </p:pic>
      <p:pic>
        <p:nvPicPr>
          <p:cNvPr id="25" name="Graphic 7" descr="Close with solid fill">
            <a:extLst>
              <a:ext uri="{FF2B5EF4-FFF2-40B4-BE49-F238E27FC236}">
                <a16:creationId xmlns:a16="http://schemas.microsoft.com/office/drawing/2014/main" id="{951A550C-11DD-98E6-35CE-66A9467932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6895736" y="3107262"/>
            <a:ext cx="190500" cy="190500"/>
          </a:xfrm>
          <a:prstGeom prst="rect">
            <a:avLst/>
          </a:prstGeom>
        </p:spPr>
      </p:pic>
      <p:pic>
        <p:nvPicPr>
          <p:cNvPr id="26" name="Graphic 7" descr="Close with solid fill">
            <a:extLst>
              <a:ext uri="{FF2B5EF4-FFF2-40B4-BE49-F238E27FC236}">
                <a16:creationId xmlns:a16="http://schemas.microsoft.com/office/drawing/2014/main" id="{A07F997B-B057-85AA-F40C-2C24D4147A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6895736" y="3364283"/>
            <a:ext cx="190500" cy="190500"/>
          </a:xfrm>
          <a:prstGeom prst="rect">
            <a:avLst/>
          </a:prstGeom>
        </p:spPr>
      </p:pic>
    </p:spTree>
    <p:extLst>
      <p:ext uri="{BB962C8B-B14F-4D97-AF65-F5344CB8AC3E}">
        <p14:creationId xmlns:p14="http://schemas.microsoft.com/office/powerpoint/2010/main" val="2973748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ACB1-F052-B146-63A6-AA667DD72C0E}"/>
              </a:ext>
            </a:extLst>
          </p:cNvPr>
          <p:cNvSpPr>
            <a:spLocks noGrp="1"/>
          </p:cNvSpPr>
          <p:nvPr>
            <p:ph type="title"/>
          </p:nvPr>
        </p:nvSpPr>
        <p:spPr/>
        <p:txBody>
          <a:bodyPr/>
          <a:lstStyle/>
          <a:p>
            <a:r>
              <a:rPr lang="en-US" dirty="0"/>
              <a:t>Discussion</a:t>
            </a:r>
          </a:p>
        </p:txBody>
      </p:sp>
      <p:sp>
        <p:nvSpPr>
          <p:cNvPr id="3" name="Text Placeholder 2">
            <a:extLst>
              <a:ext uri="{FF2B5EF4-FFF2-40B4-BE49-F238E27FC236}">
                <a16:creationId xmlns:a16="http://schemas.microsoft.com/office/drawing/2014/main" id="{6373C51A-4557-B7C9-882C-76561F79E89C}"/>
              </a:ext>
            </a:extLst>
          </p:cNvPr>
          <p:cNvSpPr>
            <a:spLocks noGrp="1"/>
          </p:cNvSpPr>
          <p:nvPr>
            <p:ph type="body" sz="half" idx="34"/>
          </p:nvPr>
        </p:nvSpPr>
        <p:spPr/>
        <p:txBody>
          <a:bodyPr/>
          <a:lstStyle/>
          <a:p>
            <a:r>
              <a:rPr lang="en-US" dirty="0"/>
              <a:t>Interpretability &amp; discussion</a:t>
            </a:r>
          </a:p>
        </p:txBody>
      </p:sp>
      <p:sp>
        <p:nvSpPr>
          <p:cNvPr id="4" name="Content Placeholder 3">
            <a:extLst>
              <a:ext uri="{FF2B5EF4-FFF2-40B4-BE49-F238E27FC236}">
                <a16:creationId xmlns:a16="http://schemas.microsoft.com/office/drawing/2014/main" id="{4E90C888-AA0C-54C3-B64A-ECC083204ADB}"/>
              </a:ext>
            </a:extLst>
          </p:cNvPr>
          <p:cNvSpPr>
            <a:spLocks noGrp="1"/>
          </p:cNvSpPr>
          <p:nvPr>
            <p:ph idx="10"/>
          </p:nvPr>
        </p:nvSpPr>
        <p:spPr/>
        <p:txBody>
          <a:bodyPr/>
          <a:lstStyle/>
          <a:p>
            <a:r>
              <a:rPr lang="en-US" b="1" dirty="0"/>
              <a:t>Result Interpretation</a:t>
            </a:r>
          </a:p>
          <a:p>
            <a:pPr lvl="1"/>
            <a:r>
              <a:rPr lang="en-US" dirty="0"/>
              <a:t>The model shows that schools with higher baseline poverty rates experienced larger declines in ELA test scores, especially for third and fourth grade students.</a:t>
            </a:r>
          </a:p>
          <a:p>
            <a:pPr lvl="1"/>
            <a:r>
              <a:rPr lang="en-US" dirty="0"/>
              <a:t>Results suggest that pre-existing disparities amplified pandemic effects, and such disparities contribute significantly to student success </a:t>
            </a:r>
          </a:p>
          <a:p>
            <a:r>
              <a:rPr lang="en-US" b="1" dirty="0"/>
              <a:t>What should be done with these results?</a:t>
            </a:r>
          </a:p>
          <a:p>
            <a:pPr lvl="1"/>
            <a:r>
              <a:rPr lang="en-US" dirty="0"/>
              <a:t>These conclusions can be used for targeted recovery programs and educational intervention. Additional academic support for younger grades would aim to close any post-pandemic achievement gaps.</a:t>
            </a:r>
          </a:p>
          <a:p>
            <a:r>
              <a:rPr lang="en-US" b="1" dirty="0"/>
              <a:t>Who should act?</a:t>
            </a:r>
          </a:p>
          <a:p>
            <a:pPr lvl="1"/>
            <a:r>
              <a:rPr lang="en-US" dirty="0"/>
              <a:t>School administrators and policymakers may use these findings to make informed decisions on educational recovery initiatives. Education researchers may use these results to build on further research that addresses academic inequalities.</a:t>
            </a:r>
          </a:p>
        </p:txBody>
      </p:sp>
      <p:sp>
        <p:nvSpPr>
          <p:cNvPr id="5" name="Footer Placeholder 4">
            <a:extLst>
              <a:ext uri="{FF2B5EF4-FFF2-40B4-BE49-F238E27FC236}">
                <a16:creationId xmlns:a16="http://schemas.microsoft.com/office/drawing/2014/main" id="{385BE2A7-BB7C-738A-EEF5-E4ACEDF040AE}"/>
              </a:ext>
            </a:extLst>
          </p:cNvPr>
          <p:cNvSpPr>
            <a:spLocks noGrp="1"/>
          </p:cNvSpPr>
          <p:nvPr>
            <p:ph type="ftr" sz="quarter" idx="3"/>
          </p:nvPr>
        </p:nvSpPr>
        <p:spPr/>
        <p:txBody>
          <a:bodyPr/>
          <a:lstStyle/>
          <a:p>
            <a:r>
              <a:rPr lang="en-US"/>
              <a:t>View &gt;&gt; Header and Footer &gt;&gt; Add Unit, Office, or Department Name</a:t>
            </a:r>
          </a:p>
        </p:txBody>
      </p:sp>
    </p:spTree>
    <p:extLst>
      <p:ext uri="{BB962C8B-B14F-4D97-AF65-F5344CB8AC3E}">
        <p14:creationId xmlns:p14="http://schemas.microsoft.com/office/powerpoint/2010/main" val="1097491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712BF-3DAE-6CAA-267F-991BDB709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C67406-B645-6292-FD86-D40A40CF990F}"/>
              </a:ext>
            </a:extLst>
          </p:cNvPr>
          <p:cNvSpPr>
            <a:spLocks noGrp="1"/>
          </p:cNvSpPr>
          <p:nvPr>
            <p:ph type="ctrTitle"/>
          </p:nvPr>
        </p:nvSpPr>
        <p:spPr/>
        <p:txBody>
          <a:bodyPr/>
          <a:lstStyle/>
          <a:p>
            <a:r>
              <a:rPr lang="en-US" dirty="0"/>
              <a:t>Final Thoughts</a:t>
            </a:r>
          </a:p>
        </p:txBody>
      </p:sp>
    </p:spTree>
    <p:extLst>
      <p:ext uri="{BB962C8B-B14F-4D97-AF65-F5344CB8AC3E}">
        <p14:creationId xmlns:p14="http://schemas.microsoft.com/office/powerpoint/2010/main" val="3923530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845CA-8B46-0996-25B0-E063E46428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2BFF4-099B-4BDB-5768-71C54E85D391}"/>
              </a:ext>
            </a:extLst>
          </p:cNvPr>
          <p:cNvSpPr>
            <a:spLocks noGrp="1"/>
          </p:cNvSpPr>
          <p:nvPr>
            <p:ph type="title"/>
          </p:nvPr>
        </p:nvSpPr>
        <p:spPr/>
        <p:txBody>
          <a:bodyPr/>
          <a:lstStyle/>
          <a:p>
            <a:r>
              <a:rPr lang="en-US" dirty="0"/>
              <a:t>Limitations </a:t>
            </a:r>
          </a:p>
        </p:txBody>
      </p:sp>
      <p:sp>
        <p:nvSpPr>
          <p:cNvPr id="3" name="Text Placeholder 2">
            <a:extLst>
              <a:ext uri="{FF2B5EF4-FFF2-40B4-BE49-F238E27FC236}">
                <a16:creationId xmlns:a16="http://schemas.microsoft.com/office/drawing/2014/main" id="{E7C676A2-3DEB-0E00-B591-A47D7E3C9758}"/>
              </a:ext>
            </a:extLst>
          </p:cNvPr>
          <p:cNvSpPr>
            <a:spLocks noGrp="1"/>
          </p:cNvSpPr>
          <p:nvPr>
            <p:ph type="body" sz="half" idx="34"/>
          </p:nvPr>
        </p:nvSpPr>
        <p:spPr/>
        <p:txBody>
          <a:bodyPr/>
          <a:lstStyle/>
          <a:p>
            <a:endParaRPr lang="en-US" dirty="0"/>
          </a:p>
        </p:txBody>
      </p:sp>
      <p:sp>
        <p:nvSpPr>
          <p:cNvPr id="4" name="Content Placeholder 3">
            <a:extLst>
              <a:ext uri="{FF2B5EF4-FFF2-40B4-BE49-F238E27FC236}">
                <a16:creationId xmlns:a16="http://schemas.microsoft.com/office/drawing/2014/main" id="{3EAA3A07-6852-2F16-9DE0-D884E30ED12D}"/>
              </a:ext>
            </a:extLst>
          </p:cNvPr>
          <p:cNvSpPr>
            <a:spLocks noGrp="1"/>
          </p:cNvSpPr>
          <p:nvPr>
            <p:ph idx="10"/>
          </p:nvPr>
        </p:nvSpPr>
        <p:spPr>
          <a:xfrm>
            <a:off x="731520" y="1984206"/>
            <a:ext cx="9509760" cy="3730794"/>
          </a:xfrm>
        </p:spPr>
        <p:txBody>
          <a:bodyPr/>
          <a:lstStyle/>
          <a:p>
            <a:r>
              <a:rPr lang="en-US" b="1" dirty="0"/>
              <a:t>Pandemic Data</a:t>
            </a:r>
          </a:p>
          <a:p>
            <a:pPr lvl="1"/>
            <a:r>
              <a:rPr lang="en-US" dirty="0"/>
              <a:t>Data surrounding the pandemic poses unique challenges with data structure and consistency</a:t>
            </a:r>
          </a:p>
          <a:p>
            <a:pPr lvl="1"/>
            <a:r>
              <a:rPr lang="en-US" dirty="0"/>
              <a:t>ELA data lacked important information for some of the most critical years (2020 &amp; 2021)</a:t>
            </a:r>
          </a:p>
          <a:p>
            <a:endParaRPr lang="en-US" dirty="0"/>
          </a:p>
          <a:p>
            <a:r>
              <a:rPr lang="en-US" b="1" dirty="0"/>
              <a:t>Score Scaling</a:t>
            </a:r>
          </a:p>
          <a:p>
            <a:pPr lvl="1"/>
            <a:r>
              <a:rPr lang="en-US" dirty="0"/>
              <a:t>Change in test score scaling caused significant information loss. An expanded time frame would benefit deeper analysis on pre- and post-pandemic trends.</a:t>
            </a:r>
          </a:p>
          <a:p>
            <a:endParaRPr lang="en-US" dirty="0"/>
          </a:p>
          <a:p>
            <a:r>
              <a:rPr lang="en-US" b="1" dirty="0"/>
              <a:t>Geographic Implications</a:t>
            </a:r>
          </a:p>
          <a:p>
            <a:pPr lvl="1"/>
            <a:r>
              <a:rPr lang="en-US" dirty="0"/>
              <a:t>New York City has a very complex school system and is one of the largest cities in the world</a:t>
            </a:r>
            <a:endParaRPr lang="en-US" b="1" dirty="0"/>
          </a:p>
          <a:p>
            <a:pPr lvl="1"/>
            <a:r>
              <a:rPr lang="en-US" dirty="0"/>
              <a:t>These results are unique to New York City and may not encompass the full impact of the pandemic on widening achievement gaps across the country.</a:t>
            </a:r>
          </a:p>
          <a:p>
            <a:pPr marL="457200" lvl="1" indent="0">
              <a:buNone/>
            </a:pPr>
            <a:endParaRPr lang="en-US" dirty="0"/>
          </a:p>
          <a:p>
            <a:endParaRPr lang="en-US" dirty="0"/>
          </a:p>
        </p:txBody>
      </p:sp>
      <p:pic>
        <p:nvPicPr>
          <p:cNvPr id="7170" name="Picture 12" descr="Checkmark with solid fill">
            <a:extLst>
              <a:ext uri="{FF2B5EF4-FFF2-40B4-BE49-F238E27FC236}">
                <a16:creationId xmlns:a16="http://schemas.microsoft.com/office/drawing/2014/main" id="{58BBA1A8-3039-E842-BA9C-183D87CF1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2083" b="-7916"/>
          <a:stretch>
            <a:fillRect/>
          </a:stretch>
        </p:blipFill>
        <p:spPr bwMode="auto">
          <a:xfrm>
            <a:off x="0" y="0"/>
            <a:ext cx="180975" cy="180975"/>
          </a:xfrm>
          <a:prstGeom prst="rect">
            <a:avLst/>
          </a:prstGeom>
          <a:noFill/>
          <a:extLst>
            <a:ext uri="{909E8E84-426E-40DD-AFC4-6F175D3DCCD1}">
              <a14:hiddenFill xmlns:a14="http://schemas.microsoft.com/office/drawing/2010/main">
                <a:solidFill>
                  <a:srgbClr val="FFFFFF"/>
                </a:solidFill>
              </a14:hiddenFill>
            </a:ext>
          </a:extLst>
        </p:spPr>
      </p:pic>
      <p:pic>
        <p:nvPicPr>
          <p:cNvPr id="7171" name="Graphic 6" descr="Checkmark with solid fill">
            <a:extLst>
              <a:ext uri="{FF2B5EF4-FFF2-40B4-BE49-F238E27FC236}">
                <a16:creationId xmlns:a16="http://schemas.microsoft.com/office/drawing/2014/main" id="{7BAF8D47-3BFB-88BC-2B34-D73517FE78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2083" b="-7916"/>
          <a:stretch>
            <a:fillRect/>
          </a:stretch>
        </p:blipFill>
        <p:spPr bwMode="auto">
          <a:xfrm>
            <a:off x="0" y="0"/>
            <a:ext cx="180975" cy="18097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10" descr="Close with solid fill">
            <a:extLst>
              <a:ext uri="{FF2B5EF4-FFF2-40B4-BE49-F238E27FC236}">
                <a16:creationId xmlns:a16="http://schemas.microsoft.com/office/drawing/2014/main" id="{A54A23FC-4521-7F59-89A0-99C254A56A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36" t="-3596" r="-8495" b="-4317"/>
          <a:stretch>
            <a:fillRect/>
          </a:stretch>
        </p:blipFill>
        <p:spPr bwMode="auto">
          <a:xfrm>
            <a:off x="0" y="0"/>
            <a:ext cx="190500" cy="190500"/>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9" descr="Close with solid fill">
            <a:extLst>
              <a:ext uri="{FF2B5EF4-FFF2-40B4-BE49-F238E27FC236}">
                <a16:creationId xmlns:a16="http://schemas.microsoft.com/office/drawing/2014/main" id="{7AC65E82-A3FA-0304-FD99-C6F532A59D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36" t="-3596" r="-8495" b="-4317"/>
          <a:stretch>
            <a:fillRect/>
          </a:stretch>
        </p:blipFill>
        <p:spPr bwMode="auto">
          <a:xfrm>
            <a:off x="0" y="0"/>
            <a:ext cx="190500" cy="19050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8" descr="Close with solid fill">
            <a:extLst>
              <a:ext uri="{FF2B5EF4-FFF2-40B4-BE49-F238E27FC236}">
                <a16:creationId xmlns:a16="http://schemas.microsoft.com/office/drawing/2014/main" id="{6BB86847-1F15-5870-4A38-493CC85C3D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36" t="-3596" r="-8495" b="-4317"/>
          <a:stretch>
            <a:fillRect/>
          </a:stretch>
        </p:blipFill>
        <p:spPr bwMode="auto">
          <a:xfrm>
            <a:off x="0" y="0"/>
            <a:ext cx="190500" cy="190500"/>
          </a:xfrm>
          <a:prstGeom prst="rect">
            <a:avLst/>
          </a:prstGeom>
          <a:noFill/>
          <a:extLst>
            <a:ext uri="{909E8E84-426E-40DD-AFC4-6F175D3DCCD1}">
              <a14:hiddenFill xmlns:a14="http://schemas.microsoft.com/office/drawing/2010/main">
                <a:solidFill>
                  <a:srgbClr val="FFFFFF"/>
                </a:solidFill>
              </a14:hiddenFill>
            </a:ext>
          </a:extLst>
        </p:spPr>
      </p:pic>
      <p:pic>
        <p:nvPicPr>
          <p:cNvPr id="7175" name="Graphic 7" descr="Close with solid fill">
            <a:extLst>
              <a:ext uri="{FF2B5EF4-FFF2-40B4-BE49-F238E27FC236}">
                <a16:creationId xmlns:a16="http://schemas.microsoft.com/office/drawing/2014/main" id="{FF5C5D91-4672-E2B3-1DE6-593B3873AC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36" t="-3596" r="-8495" b="-4317"/>
          <a:stretch>
            <a:fillRect/>
          </a:stretch>
        </p:blipFill>
        <p:spPr bwMode="auto">
          <a:xfrm>
            <a:off x="0" y="0"/>
            <a:ext cx="190500" cy="19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931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03043-4EF6-92A5-2329-A952158C9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236E6-4C09-460C-9FDF-8261E1A9BA74}"/>
              </a:ext>
            </a:extLst>
          </p:cNvPr>
          <p:cNvSpPr>
            <a:spLocks noGrp="1"/>
          </p:cNvSpPr>
          <p:nvPr>
            <p:ph type="title"/>
          </p:nvPr>
        </p:nvSpPr>
        <p:spPr/>
        <p:txBody>
          <a:bodyPr/>
          <a:lstStyle/>
          <a:p>
            <a:r>
              <a:rPr lang="en-US" dirty="0"/>
              <a:t>Conclusion &amp; Future Directions</a:t>
            </a:r>
          </a:p>
        </p:txBody>
      </p:sp>
      <p:sp>
        <p:nvSpPr>
          <p:cNvPr id="3" name="Text Placeholder 2">
            <a:extLst>
              <a:ext uri="{FF2B5EF4-FFF2-40B4-BE49-F238E27FC236}">
                <a16:creationId xmlns:a16="http://schemas.microsoft.com/office/drawing/2014/main" id="{F366C10B-FB6B-4A6F-0E3F-638F473FBD05}"/>
              </a:ext>
            </a:extLst>
          </p:cNvPr>
          <p:cNvSpPr>
            <a:spLocks noGrp="1"/>
          </p:cNvSpPr>
          <p:nvPr>
            <p:ph type="body" sz="half" idx="34"/>
          </p:nvPr>
        </p:nvSpPr>
        <p:spPr/>
        <p:txBody>
          <a:bodyPr/>
          <a:lstStyle/>
          <a:p>
            <a:r>
              <a:rPr lang="en-US" dirty="0"/>
              <a:t>Implications</a:t>
            </a:r>
          </a:p>
        </p:txBody>
      </p:sp>
      <p:sp>
        <p:nvSpPr>
          <p:cNvPr id="4" name="Content Placeholder 3">
            <a:extLst>
              <a:ext uri="{FF2B5EF4-FFF2-40B4-BE49-F238E27FC236}">
                <a16:creationId xmlns:a16="http://schemas.microsoft.com/office/drawing/2014/main" id="{0E252385-991E-1FE3-A07D-72B8EC5036C9}"/>
              </a:ext>
            </a:extLst>
          </p:cNvPr>
          <p:cNvSpPr>
            <a:spLocks noGrp="1"/>
          </p:cNvSpPr>
          <p:nvPr>
            <p:ph idx="10"/>
          </p:nvPr>
        </p:nvSpPr>
        <p:spPr>
          <a:xfrm>
            <a:off x="731520" y="1984206"/>
            <a:ext cx="9509760" cy="2373282"/>
          </a:xfrm>
        </p:spPr>
        <p:txBody>
          <a:bodyPr/>
          <a:lstStyle/>
          <a:p>
            <a:r>
              <a:rPr lang="en-US" dirty="0"/>
              <a:t>This project required a large amount of model tuning and adjustments but nevertheless, achieved the desired results</a:t>
            </a:r>
          </a:p>
          <a:p>
            <a:endParaRPr lang="en-US" dirty="0"/>
          </a:p>
          <a:p>
            <a:r>
              <a:rPr lang="en-US" dirty="0"/>
              <a:t>Continuation may include the expansion into different school systems around the country.</a:t>
            </a:r>
          </a:p>
          <a:p>
            <a:r>
              <a:rPr lang="en-US" dirty="0"/>
              <a:t>For New York City, specifically, an analysis of comprehension levels would allow for a more in-depth assessment of student achievement trends.</a:t>
            </a:r>
          </a:p>
        </p:txBody>
      </p:sp>
      <p:pic>
        <p:nvPicPr>
          <p:cNvPr id="7170" name="Picture 12" descr="Checkmark with solid fill">
            <a:extLst>
              <a:ext uri="{FF2B5EF4-FFF2-40B4-BE49-F238E27FC236}">
                <a16:creationId xmlns:a16="http://schemas.microsoft.com/office/drawing/2014/main" id="{74599B05-B9BF-A4D2-B439-9127874BA5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2083" b="-7916"/>
          <a:stretch>
            <a:fillRect/>
          </a:stretch>
        </p:blipFill>
        <p:spPr bwMode="auto">
          <a:xfrm>
            <a:off x="0" y="0"/>
            <a:ext cx="180975" cy="180975"/>
          </a:xfrm>
          <a:prstGeom prst="rect">
            <a:avLst/>
          </a:prstGeom>
          <a:noFill/>
          <a:extLst>
            <a:ext uri="{909E8E84-426E-40DD-AFC4-6F175D3DCCD1}">
              <a14:hiddenFill xmlns:a14="http://schemas.microsoft.com/office/drawing/2010/main">
                <a:solidFill>
                  <a:srgbClr val="FFFFFF"/>
                </a:solidFill>
              </a14:hiddenFill>
            </a:ext>
          </a:extLst>
        </p:spPr>
      </p:pic>
      <p:pic>
        <p:nvPicPr>
          <p:cNvPr id="7171" name="Graphic 6" descr="Checkmark with solid fill">
            <a:extLst>
              <a:ext uri="{FF2B5EF4-FFF2-40B4-BE49-F238E27FC236}">
                <a16:creationId xmlns:a16="http://schemas.microsoft.com/office/drawing/2014/main" id="{5D695CC4-9F65-E492-B5D5-A915396123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2083" b="-7916"/>
          <a:stretch>
            <a:fillRect/>
          </a:stretch>
        </p:blipFill>
        <p:spPr bwMode="auto">
          <a:xfrm>
            <a:off x="0" y="0"/>
            <a:ext cx="180975" cy="18097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10" descr="Close with solid fill">
            <a:extLst>
              <a:ext uri="{FF2B5EF4-FFF2-40B4-BE49-F238E27FC236}">
                <a16:creationId xmlns:a16="http://schemas.microsoft.com/office/drawing/2014/main" id="{B05CE068-2E3B-152C-CBAC-D824D5435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36" t="-3596" r="-8495" b="-4317"/>
          <a:stretch>
            <a:fillRect/>
          </a:stretch>
        </p:blipFill>
        <p:spPr bwMode="auto">
          <a:xfrm>
            <a:off x="0" y="0"/>
            <a:ext cx="190500" cy="190500"/>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9" descr="Close with solid fill">
            <a:extLst>
              <a:ext uri="{FF2B5EF4-FFF2-40B4-BE49-F238E27FC236}">
                <a16:creationId xmlns:a16="http://schemas.microsoft.com/office/drawing/2014/main" id="{E0D5A299-5587-53E2-FF90-E71C125447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36" t="-3596" r="-8495" b="-4317"/>
          <a:stretch>
            <a:fillRect/>
          </a:stretch>
        </p:blipFill>
        <p:spPr bwMode="auto">
          <a:xfrm>
            <a:off x="0" y="0"/>
            <a:ext cx="190500" cy="19050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8" descr="Close with solid fill">
            <a:extLst>
              <a:ext uri="{FF2B5EF4-FFF2-40B4-BE49-F238E27FC236}">
                <a16:creationId xmlns:a16="http://schemas.microsoft.com/office/drawing/2014/main" id="{F580AD0A-5EFA-3EF9-E088-86815B4074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36" t="-3596" r="-8495" b="-4317"/>
          <a:stretch>
            <a:fillRect/>
          </a:stretch>
        </p:blipFill>
        <p:spPr bwMode="auto">
          <a:xfrm>
            <a:off x="0" y="0"/>
            <a:ext cx="190500" cy="190500"/>
          </a:xfrm>
          <a:prstGeom prst="rect">
            <a:avLst/>
          </a:prstGeom>
          <a:noFill/>
          <a:extLst>
            <a:ext uri="{909E8E84-426E-40DD-AFC4-6F175D3DCCD1}">
              <a14:hiddenFill xmlns:a14="http://schemas.microsoft.com/office/drawing/2010/main">
                <a:solidFill>
                  <a:srgbClr val="FFFFFF"/>
                </a:solidFill>
              </a14:hiddenFill>
            </a:ext>
          </a:extLst>
        </p:spPr>
      </p:pic>
      <p:pic>
        <p:nvPicPr>
          <p:cNvPr id="7175" name="Graphic 7" descr="Close with solid fill">
            <a:extLst>
              <a:ext uri="{FF2B5EF4-FFF2-40B4-BE49-F238E27FC236}">
                <a16:creationId xmlns:a16="http://schemas.microsoft.com/office/drawing/2014/main" id="{562345D6-2977-67C7-A256-EC51F6442E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36" t="-3596" r="-8495" b="-4317"/>
          <a:stretch>
            <a:fillRect/>
          </a:stretch>
        </p:blipFill>
        <p:spPr bwMode="auto">
          <a:xfrm>
            <a:off x="0" y="0"/>
            <a:ext cx="190500" cy="19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2622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8" descr="A black and white logo&#10;&#10;AI-generated content may be incorrect.">
            <a:extLst>
              <a:ext uri="{FF2B5EF4-FFF2-40B4-BE49-F238E27FC236}">
                <a16:creationId xmlns:a16="http://schemas.microsoft.com/office/drawing/2014/main" id="{CEB685B0-08B4-FEED-8927-14F5050BD5D4}"/>
              </a:ext>
            </a:extLst>
          </p:cNvPr>
          <p:cNvPicPr>
            <a:picLocks noGrp="1" noChangeAspect="1"/>
          </p:cNvPicPr>
          <p:nvPr>
            <p:ph type="pic" sz="quarter" idx="10"/>
          </p:nvPr>
        </p:nvPicPr>
        <p:blipFill>
          <a:blip r:embed="rId2"/>
          <a:srcRect t="80" b="80"/>
          <a:stretch>
            <a:fillRect/>
          </a:stretch>
        </p:blipFill>
        <p:spPr>
          <a:xfrm>
            <a:off x="4452859" y="5435948"/>
            <a:ext cx="3621564" cy="1071532"/>
          </a:xfrm>
        </p:spPr>
      </p:pic>
      <p:sp>
        <p:nvSpPr>
          <p:cNvPr id="4" name="TextBox 3">
            <a:extLst>
              <a:ext uri="{FF2B5EF4-FFF2-40B4-BE49-F238E27FC236}">
                <a16:creationId xmlns:a16="http://schemas.microsoft.com/office/drawing/2014/main" id="{7FA8A7CF-76CF-02A1-281A-F015CB7B284C}"/>
              </a:ext>
            </a:extLst>
          </p:cNvPr>
          <p:cNvSpPr txBox="1"/>
          <p:nvPr/>
        </p:nvSpPr>
        <p:spPr>
          <a:xfrm>
            <a:off x="3481824" y="3113529"/>
            <a:ext cx="5228351" cy="630942"/>
          </a:xfrm>
          <a:prstGeom prst="rect">
            <a:avLst/>
          </a:prstGeom>
          <a:noFill/>
        </p:spPr>
        <p:txBody>
          <a:bodyPr wrap="square" rtlCol="0">
            <a:spAutoFit/>
          </a:bodyPr>
          <a:lstStyle/>
          <a:p>
            <a:pPr algn="ctr"/>
            <a:r>
              <a:rPr lang="en-US" sz="3500" b="1" dirty="0">
                <a:solidFill>
                  <a:schemeClr val="bg1"/>
                </a:solidFill>
              </a:rPr>
              <a:t>Thank you!</a:t>
            </a:r>
          </a:p>
        </p:txBody>
      </p:sp>
    </p:spTree>
    <p:extLst>
      <p:ext uri="{BB962C8B-B14F-4D97-AF65-F5344CB8AC3E}">
        <p14:creationId xmlns:p14="http://schemas.microsoft.com/office/powerpoint/2010/main" val="42947450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F3282-F879-E206-4052-1B40F7AD485B}"/>
              </a:ext>
            </a:extLst>
          </p:cNvPr>
          <p:cNvSpPr>
            <a:spLocks noGrp="1"/>
          </p:cNvSpPr>
          <p:nvPr>
            <p:ph type="ctrTitle"/>
          </p:nvPr>
        </p:nvSpPr>
        <p:spPr/>
        <p:txBody>
          <a:bodyPr/>
          <a:lstStyle/>
          <a:p>
            <a:r>
              <a:rPr lang="en-US" dirty="0"/>
              <a:t>Appendix</a:t>
            </a:r>
          </a:p>
        </p:txBody>
      </p:sp>
    </p:spTree>
    <p:extLst>
      <p:ext uri="{BB962C8B-B14F-4D97-AF65-F5344CB8AC3E}">
        <p14:creationId xmlns:p14="http://schemas.microsoft.com/office/powerpoint/2010/main" val="23609854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4EE1778-6DAF-E344-243F-378B927CCF0B}"/>
              </a:ext>
            </a:extLst>
          </p:cNvPr>
          <p:cNvSpPr>
            <a:spLocks noGrp="1"/>
          </p:cNvSpPr>
          <p:nvPr>
            <p:ph idx="10"/>
          </p:nvPr>
        </p:nvSpPr>
        <p:spPr>
          <a:xfrm>
            <a:off x="723900" y="1536028"/>
            <a:ext cx="10744200" cy="4258634"/>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2800" b="1" dirty="0">
                <a:solidFill>
                  <a:schemeClr val="accent3"/>
                </a:solidFill>
                <a:hlinkClick r:id="rId2">
                  <a:extLst>
                    <a:ext uri="{A12FA001-AC4F-418D-AE19-62706E023703}">
                      <ahyp:hlinkClr xmlns:ahyp="http://schemas.microsoft.com/office/drawing/2018/hyperlinkcolor" val="tx"/>
                    </a:ext>
                  </a:extLst>
                </a:hlinkClick>
              </a:rPr>
              <a:t>GitHub Link</a:t>
            </a:r>
            <a:endParaRPr lang="en-US" sz="2800" b="1" dirty="0">
              <a:solidFill>
                <a:schemeClr val="accent3"/>
              </a:solidFill>
            </a:endParaRPr>
          </a:p>
        </p:txBody>
      </p:sp>
      <p:sp>
        <p:nvSpPr>
          <p:cNvPr id="5" name="Footer Placeholder 4">
            <a:extLst>
              <a:ext uri="{FF2B5EF4-FFF2-40B4-BE49-F238E27FC236}">
                <a16:creationId xmlns:a16="http://schemas.microsoft.com/office/drawing/2014/main" id="{9EF1C8B1-394F-C177-45C1-F2EF97512285}"/>
              </a:ext>
            </a:extLst>
          </p:cNvPr>
          <p:cNvSpPr>
            <a:spLocks noGrp="1"/>
          </p:cNvSpPr>
          <p:nvPr>
            <p:ph type="ftr" sz="quarter" idx="3"/>
          </p:nvPr>
        </p:nvSpPr>
        <p:spPr/>
        <p:txBody>
          <a:bodyPr/>
          <a:lstStyle/>
          <a:p>
            <a:r>
              <a:rPr lang="en-US"/>
              <a:t>View &gt;&gt; Header and Footer &gt;&gt; Add Unit, Office, or Department Name</a:t>
            </a:r>
          </a:p>
        </p:txBody>
      </p:sp>
    </p:spTree>
    <p:extLst>
      <p:ext uri="{BB962C8B-B14F-4D97-AF65-F5344CB8AC3E}">
        <p14:creationId xmlns:p14="http://schemas.microsoft.com/office/powerpoint/2010/main" val="4174958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AF540-FB85-4FCE-33B7-906BBEDC2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8DEA89-DBEE-3251-C88D-A03BB9FBE368}"/>
              </a:ext>
            </a:extLst>
          </p:cNvPr>
          <p:cNvSpPr>
            <a:spLocks noGrp="1"/>
          </p:cNvSpPr>
          <p:nvPr>
            <p:ph type="title"/>
          </p:nvPr>
        </p:nvSpPr>
        <p:spPr/>
        <p:txBody>
          <a:bodyPr/>
          <a:lstStyle/>
          <a:p>
            <a:r>
              <a:rPr lang="en-US" dirty="0"/>
              <a:t>Count of Grade Level Observations per Year</a:t>
            </a:r>
          </a:p>
        </p:txBody>
      </p:sp>
      <p:sp>
        <p:nvSpPr>
          <p:cNvPr id="5" name="Footer Placeholder 4">
            <a:extLst>
              <a:ext uri="{FF2B5EF4-FFF2-40B4-BE49-F238E27FC236}">
                <a16:creationId xmlns:a16="http://schemas.microsoft.com/office/drawing/2014/main" id="{A7781EAB-FE40-32C4-B74F-492C9BCDEFB3}"/>
              </a:ext>
            </a:extLst>
          </p:cNvPr>
          <p:cNvSpPr>
            <a:spLocks noGrp="1"/>
          </p:cNvSpPr>
          <p:nvPr>
            <p:ph type="ftr" sz="quarter" idx="3"/>
          </p:nvPr>
        </p:nvSpPr>
        <p:spPr/>
        <p:txBody>
          <a:bodyPr/>
          <a:lstStyle/>
          <a:p>
            <a:r>
              <a:rPr lang="en-US"/>
              <a:t>View &gt;&gt; Header and Footer &gt;&gt; Add Unit, Office, or Department Name</a:t>
            </a:r>
          </a:p>
        </p:txBody>
      </p:sp>
      <p:graphicFrame>
        <p:nvGraphicFramePr>
          <p:cNvPr id="6" name="Content Placeholder 5">
            <a:extLst>
              <a:ext uri="{FF2B5EF4-FFF2-40B4-BE49-F238E27FC236}">
                <a16:creationId xmlns:a16="http://schemas.microsoft.com/office/drawing/2014/main" id="{24843DE7-C318-5B33-40F4-19AE0C9738D4}"/>
              </a:ext>
            </a:extLst>
          </p:cNvPr>
          <p:cNvGraphicFramePr>
            <a:graphicFrameLocks noGrp="1"/>
          </p:cNvGraphicFramePr>
          <p:nvPr>
            <p:ph idx="10"/>
            <p:extLst>
              <p:ext uri="{D42A27DB-BD31-4B8C-83A1-F6EECF244321}">
                <p14:modId xmlns:p14="http://schemas.microsoft.com/office/powerpoint/2010/main" val="2026956408"/>
              </p:ext>
            </p:extLst>
          </p:nvPr>
        </p:nvGraphicFramePr>
        <p:xfrm>
          <a:off x="3127375" y="1673384"/>
          <a:ext cx="5937250" cy="4068445"/>
        </p:xfrm>
        <a:graphic>
          <a:graphicData uri="http://schemas.openxmlformats.org/drawingml/2006/table">
            <a:tbl>
              <a:tblPr firstRow="1" firstCol="1" bandRow="1">
                <a:tableStyleId>{5C22544A-7EE6-4342-B048-85BDC9FD1C3A}</a:tableStyleId>
              </a:tblPr>
              <a:tblGrid>
                <a:gridCol w="742950">
                  <a:extLst>
                    <a:ext uri="{9D8B030D-6E8A-4147-A177-3AD203B41FA5}">
                      <a16:colId xmlns:a16="http://schemas.microsoft.com/office/drawing/2014/main" val="140380018"/>
                    </a:ext>
                  </a:extLst>
                </a:gridCol>
                <a:gridCol w="3215005">
                  <a:extLst>
                    <a:ext uri="{9D8B030D-6E8A-4147-A177-3AD203B41FA5}">
                      <a16:colId xmlns:a16="http://schemas.microsoft.com/office/drawing/2014/main" val="1140418883"/>
                    </a:ext>
                  </a:extLst>
                </a:gridCol>
                <a:gridCol w="1979295">
                  <a:extLst>
                    <a:ext uri="{9D8B030D-6E8A-4147-A177-3AD203B41FA5}">
                      <a16:colId xmlns:a16="http://schemas.microsoft.com/office/drawing/2014/main" val="278685080"/>
                    </a:ext>
                  </a:extLst>
                </a:gridCol>
              </a:tblGrid>
              <a:tr h="0">
                <a:tc>
                  <a:txBody>
                    <a:bodyPr/>
                    <a:lstStyle/>
                    <a:p>
                      <a:pPr marL="0" marR="0" algn="ctr">
                        <a:buNone/>
                      </a:pPr>
                      <a:r>
                        <a:rPr lang="en-US" sz="1200" kern="100">
                          <a:effectLst/>
                        </a:rPr>
                        <a:t>Grade</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Years</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Count</a:t>
                      </a:r>
                      <a:endParaRPr lang="en-US" sz="11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14575068"/>
                  </a:ext>
                </a:extLst>
              </a:tr>
              <a:tr h="708025">
                <a:tc>
                  <a:txBody>
                    <a:bodyPr/>
                    <a:lstStyle/>
                    <a:p>
                      <a:pPr marL="0" marR="0" algn="ctr">
                        <a:buNone/>
                      </a:pPr>
                      <a:r>
                        <a:rPr lang="en-US" sz="1200" kern="100">
                          <a:effectLst/>
                        </a:rPr>
                        <a:t>3</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2018</a:t>
                      </a:r>
                      <a:endParaRPr lang="en-US" sz="1100" kern="100">
                        <a:effectLst/>
                      </a:endParaRPr>
                    </a:p>
                    <a:p>
                      <a:pPr marL="0" marR="0" algn="ctr">
                        <a:buNone/>
                      </a:pPr>
                      <a:r>
                        <a:rPr lang="en-US" sz="1200" kern="100">
                          <a:effectLst/>
                        </a:rPr>
                        <a:t>2019</a:t>
                      </a:r>
                      <a:endParaRPr lang="en-US" sz="1100" kern="100">
                        <a:effectLst/>
                      </a:endParaRPr>
                    </a:p>
                    <a:p>
                      <a:pPr marL="0" marR="0" algn="ctr">
                        <a:buNone/>
                      </a:pPr>
                      <a:r>
                        <a:rPr lang="en-US" sz="1200" kern="100">
                          <a:effectLst/>
                        </a:rPr>
                        <a:t>2022</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764</a:t>
                      </a:r>
                      <a:endParaRPr lang="en-US" sz="1100" kern="100">
                        <a:effectLst/>
                      </a:endParaRPr>
                    </a:p>
                    <a:p>
                      <a:pPr marL="0" marR="0" algn="ctr">
                        <a:buNone/>
                      </a:pPr>
                      <a:r>
                        <a:rPr lang="en-US" sz="1200" kern="100">
                          <a:effectLst/>
                        </a:rPr>
                        <a:t>774</a:t>
                      </a:r>
                      <a:endParaRPr lang="en-US" sz="1100" kern="100">
                        <a:effectLst/>
                      </a:endParaRPr>
                    </a:p>
                    <a:p>
                      <a:pPr marL="0" marR="0" algn="ctr">
                        <a:buNone/>
                      </a:pPr>
                      <a:r>
                        <a:rPr lang="en-US" sz="1200" kern="100">
                          <a:effectLst/>
                        </a:rPr>
                        <a:t>776</a:t>
                      </a:r>
                      <a:endParaRPr lang="en-US" sz="11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79557645"/>
                  </a:ext>
                </a:extLst>
              </a:tr>
              <a:tr h="628650">
                <a:tc>
                  <a:txBody>
                    <a:bodyPr/>
                    <a:lstStyle/>
                    <a:p>
                      <a:pPr marL="0" marR="0" algn="ctr">
                        <a:buNone/>
                      </a:pPr>
                      <a:r>
                        <a:rPr lang="en-US" sz="1200" kern="100">
                          <a:effectLst/>
                        </a:rPr>
                        <a:t>4</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2018</a:t>
                      </a:r>
                      <a:endParaRPr lang="en-US" sz="1100" kern="100">
                        <a:effectLst/>
                      </a:endParaRPr>
                    </a:p>
                    <a:p>
                      <a:pPr marL="0" marR="0" algn="ctr">
                        <a:buNone/>
                      </a:pPr>
                      <a:r>
                        <a:rPr lang="en-US" sz="1200" kern="100">
                          <a:effectLst/>
                        </a:rPr>
                        <a:t>2019</a:t>
                      </a:r>
                      <a:endParaRPr lang="en-US" sz="1100" kern="100">
                        <a:effectLst/>
                      </a:endParaRPr>
                    </a:p>
                    <a:p>
                      <a:pPr marL="0" marR="0" algn="ctr">
                        <a:buNone/>
                      </a:pPr>
                      <a:r>
                        <a:rPr lang="en-US" sz="1200" kern="100">
                          <a:effectLst/>
                        </a:rPr>
                        <a:t>2022</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750</a:t>
                      </a:r>
                      <a:endParaRPr lang="en-US" sz="1100" kern="100">
                        <a:effectLst/>
                      </a:endParaRPr>
                    </a:p>
                    <a:p>
                      <a:pPr marL="0" marR="0" algn="ctr">
                        <a:buNone/>
                      </a:pPr>
                      <a:r>
                        <a:rPr lang="en-US" sz="1200" kern="100">
                          <a:effectLst/>
                        </a:rPr>
                        <a:t>764</a:t>
                      </a:r>
                      <a:endParaRPr lang="en-US" sz="1100" kern="100">
                        <a:effectLst/>
                      </a:endParaRPr>
                    </a:p>
                    <a:p>
                      <a:pPr marL="0" marR="0" algn="ctr">
                        <a:buNone/>
                      </a:pPr>
                      <a:r>
                        <a:rPr lang="en-US" sz="1200" kern="100">
                          <a:effectLst/>
                        </a:rPr>
                        <a:t>770</a:t>
                      </a:r>
                      <a:endParaRPr lang="en-US" sz="11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34827563"/>
                  </a:ext>
                </a:extLst>
              </a:tr>
              <a:tr h="685800">
                <a:tc>
                  <a:txBody>
                    <a:bodyPr/>
                    <a:lstStyle/>
                    <a:p>
                      <a:pPr marL="0" marR="0" algn="ctr">
                        <a:buNone/>
                      </a:pPr>
                      <a:r>
                        <a:rPr lang="en-US" sz="1200" kern="100">
                          <a:effectLst/>
                        </a:rPr>
                        <a:t>5</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2018</a:t>
                      </a:r>
                      <a:endParaRPr lang="en-US" sz="1100" kern="100">
                        <a:effectLst/>
                      </a:endParaRPr>
                    </a:p>
                    <a:p>
                      <a:pPr marL="0" marR="0" algn="ctr">
                        <a:buNone/>
                      </a:pPr>
                      <a:r>
                        <a:rPr lang="en-US" sz="1200" kern="100">
                          <a:effectLst/>
                        </a:rPr>
                        <a:t>2019</a:t>
                      </a:r>
                      <a:endParaRPr lang="en-US" sz="1100" kern="100">
                        <a:effectLst/>
                      </a:endParaRPr>
                    </a:p>
                    <a:p>
                      <a:pPr marL="0" marR="0" algn="ctr">
                        <a:buNone/>
                      </a:pPr>
                      <a:r>
                        <a:rPr lang="en-US" sz="1200" kern="100">
                          <a:effectLst/>
                        </a:rPr>
                        <a:t>2022</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743</a:t>
                      </a:r>
                      <a:endParaRPr lang="en-US" sz="1100" kern="100">
                        <a:effectLst/>
                      </a:endParaRPr>
                    </a:p>
                    <a:p>
                      <a:pPr marL="0" marR="0" algn="ctr">
                        <a:buNone/>
                      </a:pPr>
                      <a:r>
                        <a:rPr lang="en-US" sz="1200" kern="100">
                          <a:effectLst/>
                        </a:rPr>
                        <a:t>756</a:t>
                      </a:r>
                      <a:endParaRPr lang="en-US" sz="1100" kern="100">
                        <a:effectLst/>
                      </a:endParaRPr>
                    </a:p>
                    <a:p>
                      <a:pPr marL="0" marR="0" algn="ctr">
                        <a:buNone/>
                      </a:pPr>
                      <a:r>
                        <a:rPr lang="en-US" sz="1200" kern="100">
                          <a:effectLst/>
                        </a:rPr>
                        <a:t>775</a:t>
                      </a:r>
                      <a:endParaRPr lang="en-US" sz="11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58733387"/>
                  </a:ext>
                </a:extLst>
              </a:tr>
              <a:tr h="628650">
                <a:tc>
                  <a:txBody>
                    <a:bodyPr/>
                    <a:lstStyle/>
                    <a:p>
                      <a:pPr marL="0" marR="0" algn="ctr">
                        <a:buNone/>
                      </a:pPr>
                      <a:r>
                        <a:rPr lang="en-US" sz="1200" kern="100">
                          <a:effectLst/>
                        </a:rPr>
                        <a:t>6</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dirty="0">
                          <a:effectLst/>
                        </a:rPr>
                        <a:t>2018</a:t>
                      </a:r>
                      <a:endParaRPr lang="en-US" sz="1100" kern="100" dirty="0">
                        <a:effectLst/>
                      </a:endParaRPr>
                    </a:p>
                    <a:p>
                      <a:pPr marL="0" marR="0" algn="ctr">
                        <a:buNone/>
                      </a:pPr>
                      <a:r>
                        <a:rPr lang="en-US" sz="1200" kern="100" dirty="0">
                          <a:effectLst/>
                        </a:rPr>
                        <a:t>2019</a:t>
                      </a:r>
                      <a:endParaRPr lang="en-US" sz="1100" kern="100" dirty="0">
                        <a:effectLst/>
                      </a:endParaRPr>
                    </a:p>
                    <a:p>
                      <a:pPr marL="0" marR="0" algn="ctr">
                        <a:buNone/>
                      </a:pPr>
                      <a:r>
                        <a:rPr lang="en-US" sz="1200" kern="100" dirty="0">
                          <a:effectLst/>
                        </a:rPr>
                        <a:t>2022</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474</a:t>
                      </a:r>
                      <a:endParaRPr lang="en-US" sz="1100" kern="100">
                        <a:effectLst/>
                      </a:endParaRPr>
                    </a:p>
                    <a:p>
                      <a:pPr marL="0" marR="0" algn="ctr">
                        <a:buNone/>
                      </a:pPr>
                      <a:r>
                        <a:rPr lang="en-US" sz="1200" kern="100">
                          <a:effectLst/>
                        </a:rPr>
                        <a:t>476</a:t>
                      </a:r>
                      <a:endParaRPr lang="en-US" sz="1100" kern="100">
                        <a:effectLst/>
                      </a:endParaRPr>
                    </a:p>
                    <a:p>
                      <a:pPr marL="0" marR="0" algn="ctr">
                        <a:buNone/>
                      </a:pPr>
                      <a:r>
                        <a:rPr lang="en-US" sz="1200" kern="100">
                          <a:effectLst/>
                        </a:rPr>
                        <a:t>474</a:t>
                      </a:r>
                      <a:endParaRPr lang="en-US" sz="11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890160185"/>
                  </a:ext>
                </a:extLst>
              </a:tr>
              <a:tr h="685800">
                <a:tc>
                  <a:txBody>
                    <a:bodyPr/>
                    <a:lstStyle/>
                    <a:p>
                      <a:pPr marL="0" marR="0" algn="ctr">
                        <a:buNone/>
                      </a:pPr>
                      <a:r>
                        <a:rPr lang="en-US" sz="1200" kern="100">
                          <a:effectLst/>
                        </a:rPr>
                        <a:t>7</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2018</a:t>
                      </a:r>
                      <a:endParaRPr lang="en-US" sz="1100" kern="100">
                        <a:effectLst/>
                      </a:endParaRPr>
                    </a:p>
                    <a:p>
                      <a:pPr marL="0" marR="0" algn="ctr">
                        <a:buNone/>
                      </a:pPr>
                      <a:r>
                        <a:rPr lang="en-US" sz="1200" kern="100">
                          <a:effectLst/>
                        </a:rPr>
                        <a:t>2019</a:t>
                      </a:r>
                      <a:endParaRPr lang="en-US" sz="1100" kern="100">
                        <a:effectLst/>
                      </a:endParaRPr>
                    </a:p>
                    <a:p>
                      <a:pPr marL="0" marR="0" algn="ctr">
                        <a:buNone/>
                      </a:pPr>
                      <a:r>
                        <a:rPr lang="en-US" sz="1200" kern="100">
                          <a:effectLst/>
                        </a:rPr>
                        <a:t>2022</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466</a:t>
                      </a:r>
                      <a:endParaRPr lang="en-US" sz="1100" kern="100">
                        <a:effectLst/>
                      </a:endParaRPr>
                    </a:p>
                    <a:p>
                      <a:pPr marL="0" marR="0" algn="ctr">
                        <a:buNone/>
                      </a:pPr>
                      <a:r>
                        <a:rPr lang="en-US" sz="1200" kern="100">
                          <a:effectLst/>
                        </a:rPr>
                        <a:t>467</a:t>
                      </a:r>
                      <a:endParaRPr lang="en-US" sz="1100" kern="100">
                        <a:effectLst/>
                      </a:endParaRPr>
                    </a:p>
                    <a:p>
                      <a:pPr marL="0" marR="0" algn="ctr">
                        <a:buNone/>
                      </a:pPr>
                      <a:r>
                        <a:rPr lang="en-US" sz="1200" kern="100">
                          <a:effectLst/>
                        </a:rPr>
                        <a:t>469</a:t>
                      </a:r>
                      <a:endParaRPr lang="en-US" sz="11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30249260"/>
                  </a:ext>
                </a:extLst>
              </a:tr>
              <a:tr h="0">
                <a:tc>
                  <a:txBody>
                    <a:bodyPr/>
                    <a:lstStyle/>
                    <a:p>
                      <a:pPr marL="0" marR="0" algn="ctr">
                        <a:buNone/>
                      </a:pPr>
                      <a:r>
                        <a:rPr lang="en-US" sz="1200" kern="100">
                          <a:effectLst/>
                        </a:rPr>
                        <a:t>8</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2018</a:t>
                      </a:r>
                      <a:endParaRPr lang="en-US" sz="1100" kern="100">
                        <a:effectLst/>
                      </a:endParaRPr>
                    </a:p>
                    <a:p>
                      <a:pPr marL="0" marR="0" algn="ctr">
                        <a:buNone/>
                      </a:pPr>
                      <a:r>
                        <a:rPr lang="en-US" sz="1200" kern="100">
                          <a:effectLst/>
                        </a:rPr>
                        <a:t>2019</a:t>
                      </a:r>
                      <a:endParaRPr lang="en-US" sz="1100" kern="100">
                        <a:effectLst/>
                      </a:endParaRPr>
                    </a:p>
                    <a:p>
                      <a:pPr marL="0" marR="0" algn="ctr">
                        <a:buNone/>
                      </a:pPr>
                      <a:r>
                        <a:rPr lang="en-US" sz="1200" kern="100">
                          <a:effectLst/>
                        </a:rPr>
                        <a:t>2022</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dirty="0">
                          <a:effectLst/>
                        </a:rPr>
                        <a:t>466</a:t>
                      </a:r>
                      <a:endParaRPr lang="en-US" sz="1100" kern="100" dirty="0">
                        <a:effectLst/>
                      </a:endParaRPr>
                    </a:p>
                    <a:p>
                      <a:pPr marL="0" marR="0" algn="ctr">
                        <a:buNone/>
                      </a:pPr>
                      <a:r>
                        <a:rPr lang="en-US" sz="1200" kern="100" dirty="0">
                          <a:effectLst/>
                        </a:rPr>
                        <a:t>464</a:t>
                      </a:r>
                      <a:endParaRPr lang="en-US" sz="1100" kern="100" dirty="0">
                        <a:effectLst/>
                      </a:endParaRPr>
                    </a:p>
                    <a:p>
                      <a:pPr marL="0" marR="0" algn="ctr">
                        <a:buNone/>
                      </a:pPr>
                      <a:r>
                        <a:rPr lang="en-US" sz="1200" kern="100" dirty="0">
                          <a:effectLst/>
                        </a:rPr>
                        <a:t>465</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115512148"/>
                  </a:ext>
                </a:extLst>
              </a:tr>
            </a:tbl>
          </a:graphicData>
        </a:graphic>
      </p:graphicFrame>
    </p:spTree>
    <p:extLst>
      <p:ext uri="{BB962C8B-B14F-4D97-AF65-F5344CB8AC3E}">
        <p14:creationId xmlns:p14="http://schemas.microsoft.com/office/powerpoint/2010/main" val="42602924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006BD-8E36-5849-2891-3618E7419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46B87-73F6-9CB2-E3CC-89FCAF449ED6}"/>
              </a:ext>
            </a:extLst>
          </p:cNvPr>
          <p:cNvSpPr>
            <a:spLocks noGrp="1"/>
          </p:cNvSpPr>
          <p:nvPr>
            <p:ph type="title"/>
          </p:nvPr>
        </p:nvSpPr>
        <p:spPr/>
        <p:txBody>
          <a:bodyPr/>
          <a:lstStyle/>
          <a:p>
            <a:r>
              <a:rPr lang="en-US" dirty="0"/>
              <a:t>Summary Statistics of Mean Scale Score, Number of Students Tested, and Poverty Rate</a:t>
            </a:r>
          </a:p>
        </p:txBody>
      </p:sp>
      <p:sp>
        <p:nvSpPr>
          <p:cNvPr id="5" name="Footer Placeholder 4">
            <a:extLst>
              <a:ext uri="{FF2B5EF4-FFF2-40B4-BE49-F238E27FC236}">
                <a16:creationId xmlns:a16="http://schemas.microsoft.com/office/drawing/2014/main" id="{FE7DBB0F-799A-FFA0-4CC3-67A66930D5CA}"/>
              </a:ext>
            </a:extLst>
          </p:cNvPr>
          <p:cNvSpPr>
            <a:spLocks noGrp="1"/>
          </p:cNvSpPr>
          <p:nvPr>
            <p:ph type="ftr" sz="quarter" idx="3"/>
          </p:nvPr>
        </p:nvSpPr>
        <p:spPr/>
        <p:txBody>
          <a:bodyPr/>
          <a:lstStyle/>
          <a:p>
            <a:r>
              <a:rPr lang="en-US"/>
              <a:t>View &gt;&gt; Header and Footer &gt;&gt; Add Unit, Office, or Department Name</a:t>
            </a:r>
          </a:p>
        </p:txBody>
      </p:sp>
      <p:graphicFrame>
        <p:nvGraphicFramePr>
          <p:cNvPr id="7" name="Content Placeholder 6">
            <a:extLst>
              <a:ext uri="{FF2B5EF4-FFF2-40B4-BE49-F238E27FC236}">
                <a16:creationId xmlns:a16="http://schemas.microsoft.com/office/drawing/2014/main" id="{82FC9570-3282-A26D-1618-1F25583D5193}"/>
              </a:ext>
            </a:extLst>
          </p:cNvPr>
          <p:cNvGraphicFramePr>
            <a:graphicFrameLocks noGrp="1"/>
          </p:cNvGraphicFramePr>
          <p:nvPr>
            <p:ph idx="10"/>
            <p:extLst>
              <p:ext uri="{D42A27DB-BD31-4B8C-83A1-F6EECF244321}">
                <p14:modId xmlns:p14="http://schemas.microsoft.com/office/powerpoint/2010/main" val="1371598344"/>
              </p:ext>
            </p:extLst>
          </p:nvPr>
        </p:nvGraphicFramePr>
        <p:xfrm>
          <a:off x="3153243" y="2502864"/>
          <a:ext cx="5885514" cy="2560320"/>
        </p:xfrm>
        <a:graphic>
          <a:graphicData uri="http://schemas.openxmlformats.org/drawingml/2006/table">
            <a:tbl>
              <a:tblPr firstRow="1" firstCol="1" bandRow="1">
                <a:tableStyleId>{5C22544A-7EE6-4342-B048-85BDC9FD1C3A}</a:tableStyleId>
              </a:tblPr>
              <a:tblGrid>
                <a:gridCol w="1105535">
                  <a:extLst>
                    <a:ext uri="{9D8B030D-6E8A-4147-A177-3AD203B41FA5}">
                      <a16:colId xmlns:a16="http://schemas.microsoft.com/office/drawing/2014/main" val="3211784995"/>
                    </a:ext>
                  </a:extLst>
                </a:gridCol>
                <a:gridCol w="742950">
                  <a:extLst>
                    <a:ext uri="{9D8B030D-6E8A-4147-A177-3AD203B41FA5}">
                      <a16:colId xmlns:a16="http://schemas.microsoft.com/office/drawing/2014/main" val="4212108066"/>
                    </a:ext>
                  </a:extLst>
                </a:gridCol>
                <a:gridCol w="824865">
                  <a:extLst>
                    <a:ext uri="{9D8B030D-6E8A-4147-A177-3AD203B41FA5}">
                      <a16:colId xmlns:a16="http://schemas.microsoft.com/office/drawing/2014/main" val="3940034310"/>
                    </a:ext>
                  </a:extLst>
                </a:gridCol>
                <a:gridCol w="174324">
                  <a:extLst>
                    <a:ext uri="{9D8B030D-6E8A-4147-A177-3AD203B41FA5}">
                      <a16:colId xmlns:a16="http://schemas.microsoft.com/office/drawing/2014/main" val="2536277811"/>
                    </a:ext>
                  </a:extLst>
                </a:gridCol>
                <a:gridCol w="1012825">
                  <a:extLst>
                    <a:ext uri="{9D8B030D-6E8A-4147-A177-3AD203B41FA5}">
                      <a16:colId xmlns:a16="http://schemas.microsoft.com/office/drawing/2014/main" val="523755061"/>
                    </a:ext>
                  </a:extLst>
                </a:gridCol>
                <a:gridCol w="1007110">
                  <a:extLst>
                    <a:ext uri="{9D8B030D-6E8A-4147-A177-3AD203B41FA5}">
                      <a16:colId xmlns:a16="http://schemas.microsoft.com/office/drawing/2014/main" val="476288392"/>
                    </a:ext>
                  </a:extLst>
                </a:gridCol>
                <a:gridCol w="1017905">
                  <a:extLst>
                    <a:ext uri="{9D8B030D-6E8A-4147-A177-3AD203B41FA5}">
                      <a16:colId xmlns:a16="http://schemas.microsoft.com/office/drawing/2014/main" val="992174324"/>
                    </a:ext>
                  </a:extLst>
                </a:gridCol>
              </a:tblGrid>
              <a:tr h="0">
                <a:tc>
                  <a:txBody>
                    <a:bodyPr/>
                    <a:lstStyle/>
                    <a:p>
                      <a:pPr marL="0" marR="0" algn="ctr">
                        <a:buNone/>
                      </a:pPr>
                      <a:r>
                        <a:rPr lang="en-US" sz="1200" kern="100">
                          <a:effectLst/>
                        </a:rPr>
                        <a:t> </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Year</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Mean</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buNone/>
                      </a:pPr>
                      <a:r>
                        <a:rPr lang="en-US" sz="1200" kern="100">
                          <a:effectLst/>
                        </a:rPr>
                        <a:t>Standard Deviation</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buNone/>
                      </a:pPr>
                      <a:r>
                        <a:rPr lang="en-US" sz="1200" kern="100">
                          <a:effectLst/>
                        </a:rPr>
                        <a:t>Min.</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Max.</a:t>
                      </a:r>
                      <a:endParaRPr lang="en-US" sz="11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53889052"/>
                  </a:ext>
                </a:extLst>
              </a:tr>
              <a:tr h="353695">
                <a:tc>
                  <a:txBody>
                    <a:bodyPr/>
                    <a:lstStyle/>
                    <a:p>
                      <a:pPr marL="0" marR="0" algn="ctr">
                        <a:buNone/>
                      </a:pPr>
                      <a:r>
                        <a:rPr lang="en-US" sz="1200" kern="100">
                          <a:effectLst/>
                        </a:rPr>
                        <a:t>Mean Scale Score</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2018</a:t>
                      </a:r>
                      <a:endParaRPr lang="en-US" sz="1100" kern="100">
                        <a:effectLst/>
                      </a:endParaRPr>
                    </a:p>
                    <a:p>
                      <a:pPr marL="0" marR="0" algn="ctr">
                        <a:buNone/>
                      </a:pPr>
                      <a:r>
                        <a:rPr lang="en-US" sz="1200" kern="100">
                          <a:effectLst/>
                        </a:rPr>
                        <a:t>2019</a:t>
                      </a:r>
                      <a:endParaRPr lang="en-US" sz="1100" kern="100">
                        <a:effectLst/>
                      </a:endParaRPr>
                    </a:p>
                    <a:p>
                      <a:pPr marL="0" marR="0" algn="ctr">
                        <a:buNone/>
                      </a:pPr>
                      <a:r>
                        <a:rPr lang="en-US" sz="1200" kern="100">
                          <a:effectLst/>
                        </a:rPr>
                        <a:t>2022</a:t>
                      </a:r>
                      <a:endParaRPr lang="en-US" sz="1100" kern="100">
                        <a:effectLst/>
                      </a:endParaRPr>
                    </a:p>
                    <a:p>
                      <a:pPr marL="0" marR="0" algn="ctr">
                        <a:buNone/>
                      </a:pPr>
                      <a:r>
                        <a:rPr lang="en-US" sz="1200" kern="100">
                          <a:effectLst/>
                        </a:rPr>
                        <a:t> </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buNone/>
                      </a:pPr>
                      <a:r>
                        <a:rPr lang="en-US" sz="1200" kern="100">
                          <a:effectLst/>
                        </a:rPr>
                        <a:t>600.549</a:t>
                      </a:r>
                      <a:endParaRPr lang="en-US" sz="1100" kern="100">
                        <a:effectLst/>
                      </a:endParaRPr>
                    </a:p>
                    <a:p>
                      <a:pPr marL="0" marR="0" algn="ctr">
                        <a:buNone/>
                      </a:pPr>
                      <a:r>
                        <a:rPr lang="en-US" sz="1200" kern="100">
                          <a:effectLst/>
                        </a:rPr>
                        <a:t>599.727</a:t>
                      </a:r>
                      <a:endParaRPr lang="en-US" sz="1100" kern="100">
                        <a:effectLst/>
                      </a:endParaRPr>
                    </a:p>
                    <a:p>
                      <a:pPr marL="0" marR="0" algn="ctr">
                        <a:buNone/>
                      </a:pPr>
                      <a:r>
                        <a:rPr lang="en-US" sz="1200" kern="100">
                          <a:effectLst/>
                        </a:rPr>
                        <a:t>600.061</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buNone/>
                      </a:pPr>
                      <a:r>
                        <a:rPr lang="en-US" sz="1200" kern="100">
                          <a:effectLst/>
                        </a:rPr>
                        <a:t>9.982</a:t>
                      </a:r>
                      <a:endParaRPr lang="en-US" sz="1100" kern="100">
                        <a:effectLst/>
                      </a:endParaRPr>
                    </a:p>
                    <a:p>
                      <a:pPr marL="0" marR="0" algn="ctr">
                        <a:buNone/>
                      </a:pPr>
                      <a:r>
                        <a:rPr lang="en-US" sz="1200" kern="100">
                          <a:effectLst/>
                        </a:rPr>
                        <a:t>10.143</a:t>
                      </a:r>
                      <a:endParaRPr lang="en-US" sz="1100" kern="100">
                        <a:effectLst/>
                      </a:endParaRPr>
                    </a:p>
                    <a:p>
                      <a:pPr marL="0" marR="0" algn="ctr">
                        <a:buNone/>
                      </a:pPr>
                      <a:r>
                        <a:rPr lang="en-US" sz="1200" kern="100">
                          <a:effectLst/>
                        </a:rPr>
                        <a:t>10.583</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dirty="0">
                          <a:effectLst/>
                        </a:rPr>
                        <a:t>558</a:t>
                      </a:r>
                      <a:endParaRPr lang="en-US" sz="1100" kern="100" dirty="0">
                        <a:effectLst/>
                      </a:endParaRPr>
                    </a:p>
                    <a:p>
                      <a:pPr marL="0" marR="0" algn="ctr">
                        <a:buNone/>
                      </a:pPr>
                      <a:r>
                        <a:rPr lang="en-US" sz="1200" kern="100" dirty="0">
                          <a:effectLst/>
                        </a:rPr>
                        <a:t>559</a:t>
                      </a:r>
                      <a:endParaRPr lang="en-US" sz="1100" kern="100" dirty="0">
                        <a:effectLst/>
                      </a:endParaRPr>
                    </a:p>
                    <a:p>
                      <a:pPr marL="0" marR="0" algn="ctr">
                        <a:buNone/>
                      </a:pPr>
                      <a:r>
                        <a:rPr lang="en-US" sz="1200" kern="100" dirty="0">
                          <a:effectLst/>
                        </a:rPr>
                        <a:t>567</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639</a:t>
                      </a:r>
                      <a:endParaRPr lang="en-US" sz="1100" kern="100">
                        <a:effectLst/>
                      </a:endParaRPr>
                    </a:p>
                    <a:p>
                      <a:pPr marL="0" marR="0" algn="ctr">
                        <a:buNone/>
                      </a:pPr>
                      <a:r>
                        <a:rPr lang="en-US" sz="1200" kern="100">
                          <a:effectLst/>
                        </a:rPr>
                        <a:t>644</a:t>
                      </a:r>
                      <a:endParaRPr lang="en-US" sz="1100" kern="100">
                        <a:effectLst/>
                      </a:endParaRPr>
                    </a:p>
                    <a:p>
                      <a:pPr marL="0" marR="0" algn="ctr">
                        <a:buNone/>
                      </a:pPr>
                      <a:r>
                        <a:rPr lang="en-US" sz="1200" kern="100">
                          <a:effectLst/>
                        </a:rPr>
                        <a:t>635</a:t>
                      </a:r>
                      <a:endParaRPr lang="en-US" sz="11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17044775"/>
                  </a:ext>
                </a:extLst>
              </a:tr>
              <a:tr h="405765">
                <a:tc>
                  <a:txBody>
                    <a:bodyPr/>
                    <a:lstStyle/>
                    <a:p>
                      <a:pPr marL="0" marR="0" algn="ctr">
                        <a:buNone/>
                      </a:pPr>
                      <a:r>
                        <a:rPr lang="en-US" sz="1200" kern="100">
                          <a:effectLst/>
                        </a:rPr>
                        <a:t>Number Tested</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2018</a:t>
                      </a:r>
                      <a:endParaRPr lang="en-US" sz="1100" kern="100">
                        <a:effectLst/>
                      </a:endParaRPr>
                    </a:p>
                    <a:p>
                      <a:pPr marL="0" marR="0" algn="ctr">
                        <a:buNone/>
                      </a:pPr>
                      <a:r>
                        <a:rPr lang="en-US" sz="1200" kern="100">
                          <a:effectLst/>
                        </a:rPr>
                        <a:t>2019</a:t>
                      </a:r>
                      <a:endParaRPr lang="en-US" sz="1100" kern="100">
                        <a:effectLst/>
                      </a:endParaRPr>
                    </a:p>
                    <a:p>
                      <a:pPr marL="0" marR="0" algn="ctr">
                        <a:buNone/>
                      </a:pPr>
                      <a:r>
                        <a:rPr lang="en-US" sz="1200" kern="100">
                          <a:effectLst/>
                        </a:rPr>
                        <a:t>2022</a:t>
                      </a:r>
                      <a:endParaRPr lang="en-US" sz="1100" kern="100">
                        <a:effectLst/>
                      </a:endParaRPr>
                    </a:p>
                    <a:p>
                      <a:pPr marL="0" marR="0" algn="ctr">
                        <a:buNone/>
                      </a:pPr>
                      <a:r>
                        <a:rPr lang="en-US" sz="1200" kern="100">
                          <a:effectLst/>
                        </a:rPr>
                        <a:t> </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buNone/>
                      </a:pPr>
                      <a:r>
                        <a:rPr lang="en-US" sz="1200" kern="100">
                          <a:effectLst/>
                        </a:rPr>
                        <a:t>102.776</a:t>
                      </a:r>
                      <a:endParaRPr lang="en-US" sz="1100" kern="100">
                        <a:effectLst/>
                      </a:endParaRPr>
                    </a:p>
                    <a:p>
                      <a:pPr marL="0" marR="0" algn="ctr">
                        <a:buNone/>
                      </a:pPr>
                      <a:r>
                        <a:rPr lang="en-US" sz="1200" kern="100">
                          <a:effectLst/>
                        </a:rPr>
                        <a:t>101.322</a:t>
                      </a:r>
                      <a:endParaRPr lang="en-US" sz="1100" kern="100">
                        <a:effectLst/>
                      </a:endParaRPr>
                    </a:p>
                    <a:p>
                      <a:pPr marL="0" marR="0" algn="ctr">
                        <a:buNone/>
                      </a:pPr>
                      <a:r>
                        <a:rPr lang="en-US" sz="1200" kern="100">
                          <a:effectLst/>
                        </a:rPr>
                        <a:t>82.662</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buNone/>
                      </a:pPr>
                      <a:r>
                        <a:rPr lang="en-US" sz="1200" kern="100">
                          <a:effectLst/>
                        </a:rPr>
                        <a:t>86.004</a:t>
                      </a:r>
                      <a:endParaRPr lang="en-US" sz="1100" kern="100">
                        <a:effectLst/>
                      </a:endParaRPr>
                    </a:p>
                    <a:p>
                      <a:pPr marL="0" marR="0" algn="ctr">
                        <a:buNone/>
                      </a:pPr>
                      <a:r>
                        <a:rPr lang="en-US" sz="1200" kern="100">
                          <a:effectLst/>
                        </a:rPr>
                        <a:t>86.498</a:t>
                      </a:r>
                      <a:endParaRPr lang="en-US" sz="1100" kern="100">
                        <a:effectLst/>
                      </a:endParaRPr>
                    </a:p>
                    <a:p>
                      <a:pPr marL="0" marR="0" algn="ctr">
                        <a:buNone/>
                      </a:pPr>
                      <a:r>
                        <a:rPr lang="en-US" sz="1200" kern="100">
                          <a:effectLst/>
                        </a:rPr>
                        <a:t>74.930</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6</a:t>
                      </a:r>
                      <a:endParaRPr lang="en-US" sz="1100" kern="100">
                        <a:effectLst/>
                      </a:endParaRPr>
                    </a:p>
                    <a:p>
                      <a:pPr marL="0" marR="0" algn="ctr">
                        <a:buNone/>
                      </a:pPr>
                      <a:r>
                        <a:rPr lang="en-US" sz="1200" kern="100">
                          <a:effectLst/>
                        </a:rPr>
                        <a:t>6</a:t>
                      </a:r>
                      <a:endParaRPr lang="en-US" sz="1100" kern="100">
                        <a:effectLst/>
                      </a:endParaRPr>
                    </a:p>
                    <a:p>
                      <a:pPr marL="0" marR="0" algn="ctr">
                        <a:buNone/>
                      </a:pPr>
                      <a:r>
                        <a:rPr lang="en-US" sz="1200" kern="100">
                          <a:effectLst/>
                        </a:rPr>
                        <a:t>6</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745</a:t>
                      </a:r>
                      <a:endParaRPr lang="en-US" sz="1100" kern="100">
                        <a:effectLst/>
                      </a:endParaRPr>
                    </a:p>
                    <a:p>
                      <a:pPr marL="0" marR="0" algn="ctr">
                        <a:buNone/>
                      </a:pPr>
                      <a:r>
                        <a:rPr lang="en-US" sz="1200" kern="100">
                          <a:effectLst/>
                        </a:rPr>
                        <a:t>737</a:t>
                      </a:r>
                      <a:endParaRPr lang="en-US" sz="1100" kern="100">
                        <a:effectLst/>
                      </a:endParaRPr>
                    </a:p>
                    <a:p>
                      <a:pPr marL="0" marR="0" algn="ctr">
                        <a:buNone/>
                      </a:pPr>
                      <a:r>
                        <a:rPr lang="en-US" sz="1200" kern="100">
                          <a:effectLst/>
                        </a:rPr>
                        <a:t>696</a:t>
                      </a:r>
                      <a:endParaRPr lang="en-US" sz="11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230012675"/>
                  </a:ext>
                </a:extLst>
              </a:tr>
              <a:tr h="405765">
                <a:tc>
                  <a:txBody>
                    <a:bodyPr/>
                    <a:lstStyle/>
                    <a:p>
                      <a:pPr marL="0" marR="0" algn="ctr">
                        <a:buNone/>
                      </a:pPr>
                      <a:r>
                        <a:rPr lang="en-US" sz="1200" kern="100">
                          <a:effectLst/>
                        </a:rPr>
                        <a:t>Poverty Rate (%)</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2018</a:t>
                      </a:r>
                      <a:endParaRPr lang="en-US" sz="1100" kern="100">
                        <a:effectLst/>
                      </a:endParaRPr>
                    </a:p>
                    <a:p>
                      <a:pPr marL="0" marR="0" algn="ctr">
                        <a:buNone/>
                      </a:pPr>
                      <a:r>
                        <a:rPr lang="en-US" sz="1200" kern="100">
                          <a:effectLst/>
                        </a:rPr>
                        <a:t>2019</a:t>
                      </a:r>
                      <a:endParaRPr lang="en-US" sz="1100" kern="100">
                        <a:effectLst/>
                      </a:endParaRPr>
                    </a:p>
                    <a:p>
                      <a:pPr marL="0" marR="0" algn="ctr">
                        <a:buNone/>
                      </a:pPr>
                      <a:r>
                        <a:rPr lang="en-US" sz="1200" kern="100">
                          <a:effectLst/>
                        </a:rPr>
                        <a:t>2022</a:t>
                      </a:r>
                      <a:endParaRPr lang="en-US" sz="1100" kern="100">
                        <a:effectLst/>
                      </a:endParaRPr>
                    </a:p>
                    <a:p>
                      <a:pPr marL="0" marR="0" algn="ctr">
                        <a:buNone/>
                      </a:pPr>
                      <a:r>
                        <a:rPr lang="en-US" sz="1200" kern="100">
                          <a:effectLst/>
                        </a:rPr>
                        <a:t> </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marL="0" marR="0" algn="ctr">
                        <a:buNone/>
                      </a:pPr>
                      <a:r>
                        <a:rPr lang="en-US" sz="1200" kern="100">
                          <a:effectLst/>
                        </a:rPr>
                        <a:t>76.035</a:t>
                      </a:r>
                      <a:endParaRPr lang="en-US" sz="1100" kern="100">
                        <a:effectLst/>
                      </a:endParaRPr>
                    </a:p>
                    <a:p>
                      <a:pPr marL="0" marR="0" algn="ctr">
                        <a:buNone/>
                      </a:pPr>
                      <a:r>
                        <a:rPr lang="en-US" sz="1200" kern="100">
                          <a:effectLst/>
                        </a:rPr>
                        <a:t>74.805</a:t>
                      </a:r>
                      <a:endParaRPr lang="en-US" sz="1100" kern="100">
                        <a:effectLst/>
                      </a:endParaRPr>
                    </a:p>
                    <a:p>
                      <a:pPr marL="0" marR="0" algn="ctr">
                        <a:buNone/>
                      </a:pPr>
                      <a:r>
                        <a:rPr lang="en-US" sz="1200" kern="100">
                          <a:effectLst/>
                        </a:rPr>
                        <a:t>74.376</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buNone/>
                      </a:pPr>
                      <a:r>
                        <a:rPr lang="en-US" sz="1200" kern="100">
                          <a:effectLst/>
                        </a:rPr>
                        <a:t>21.822</a:t>
                      </a:r>
                      <a:endParaRPr lang="en-US" sz="1100" kern="100">
                        <a:effectLst/>
                      </a:endParaRPr>
                    </a:p>
                    <a:p>
                      <a:pPr marL="0" marR="0" algn="ctr">
                        <a:buNone/>
                      </a:pPr>
                      <a:r>
                        <a:rPr lang="en-US" sz="1200" kern="100">
                          <a:effectLst/>
                        </a:rPr>
                        <a:t>21.796</a:t>
                      </a:r>
                      <a:endParaRPr lang="en-US" sz="1100" kern="100">
                        <a:effectLst/>
                      </a:endParaRPr>
                    </a:p>
                    <a:p>
                      <a:pPr marL="0" marR="0" algn="ctr">
                        <a:buNone/>
                      </a:pPr>
                      <a:r>
                        <a:rPr lang="en-US" sz="1200" kern="100">
                          <a:effectLst/>
                        </a:rPr>
                        <a:t>21.198</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a:effectLst/>
                        </a:rPr>
                        <a:t>5.6</a:t>
                      </a:r>
                      <a:endParaRPr lang="en-US" sz="1100" kern="100">
                        <a:effectLst/>
                      </a:endParaRPr>
                    </a:p>
                    <a:p>
                      <a:pPr marL="0" marR="0" algn="ctr">
                        <a:buNone/>
                      </a:pPr>
                      <a:r>
                        <a:rPr lang="en-US" sz="1200" kern="100">
                          <a:effectLst/>
                        </a:rPr>
                        <a:t>7.2</a:t>
                      </a:r>
                      <a:endParaRPr lang="en-US" sz="1100" kern="100">
                        <a:effectLst/>
                      </a:endParaRPr>
                    </a:p>
                    <a:p>
                      <a:pPr marL="0" marR="0" algn="ctr">
                        <a:buNone/>
                      </a:pPr>
                      <a:r>
                        <a:rPr lang="en-US" sz="1200" kern="100">
                          <a:effectLst/>
                        </a:rPr>
                        <a:t>6.1</a:t>
                      </a:r>
                      <a:endParaRPr lang="en-US" sz="11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1200" kern="100" dirty="0">
                          <a:effectLst/>
                        </a:rPr>
                        <a:t>95</a:t>
                      </a:r>
                      <a:endParaRPr lang="en-US" sz="1100" kern="100" dirty="0">
                        <a:effectLst/>
                      </a:endParaRPr>
                    </a:p>
                    <a:p>
                      <a:pPr marL="0" marR="0" algn="ctr">
                        <a:buNone/>
                      </a:pPr>
                      <a:r>
                        <a:rPr lang="en-US" sz="1200" kern="100" dirty="0">
                          <a:effectLst/>
                        </a:rPr>
                        <a:t>95</a:t>
                      </a:r>
                      <a:endParaRPr lang="en-US" sz="1100" kern="100" dirty="0">
                        <a:effectLst/>
                      </a:endParaRPr>
                    </a:p>
                    <a:p>
                      <a:pPr marL="0" marR="0" algn="ctr">
                        <a:buNone/>
                      </a:pPr>
                      <a:r>
                        <a:rPr lang="en-US" sz="1200" kern="100" dirty="0">
                          <a:effectLst/>
                        </a:rPr>
                        <a:t>95</a:t>
                      </a:r>
                      <a:endParaRPr lang="en-US" sz="1100" kern="1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04883171"/>
                  </a:ext>
                </a:extLst>
              </a:tr>
            </a:tbl>
          </a:graphicData>
        </a:graphic>
      </p:graphicFrame>
    </p:spTree>
    <p:extLst>
      <p:ext uri="{BB962C8B-B14F-4D97-AF65-F5344CB8AC3E}">
        <p14:creationId xmlns:p14="http://schemas.microsoft.com/office/powerpoint/2010/main" val="4323900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801D1-9F1A-3FB2-A55E-52AC17474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7C647-D4B0-5D83-27FA-CB9103131BC0}"/>
              </a:ext>
            </a:extLst>
          </p:cNvPr>
          <p:cNvSpPr>
            <a:spLocks noGrp="1"/>
          </p:cNvSpPr>
          <p:nvPr>
            <p:ph type="title"/>
          </p:nvPr>
        </p:nvSpPr>
        <p:spPr/>
        <p:txBody>
          <a:bodyPr/>
          <a:lstStyle/>
          <a:p>
            <a:r>
              <a:rPr lang="en-US" dirty="0"/>
              <a:t>Exploratory Data Analysis</a:t>
            </a:r>
          </a:p>
        </p:txBody>
      </p:sp>
      <p:sp>
        <p:nvSpPr>
          <p:cNvPr id="3" name="Text Placeholder 2">
            <a:extLst>
              <a:ext uri="{FF2B5EF4-FFF2-40B4-BE49-F238E27FC236}">
                <a16:creationId xmlns:a16="http://schemas.microsoft.com/office/drawing/2014/main" id="{07BAC2F5-A61E-82AF-8C86-F77F3CB98D2F}"/>
              </a:ext>
            </a:extLst>
          </p:cNvPr>
          <p:cNvSpPr>
            <a:spLocks noGrp="1"/>
          </p:cNvSpPr>
          <p:nvPr>
            <p:ph type="body" sz="half" idx="34"/>
          </p:nvPr>
        </p:nvSpPr>
        <p:spPr/>
        <p:txBody>
          <a:bodyPr/>
          <a:lstStyle/>
          <a:p>
            <a:r>
              <a:rPr lang="en-US" dirty="0"/>
              <a:t>District-level Trends</a:t>
            </a:r>
          </a:p>
        </p:txBody>
      </p:sp>
      <p:sp>
        <p:nvSpPr>
          <p:cNvPr id="4" name="Content Placeholder 3">
            <a:extLst>
              <a:ext uri="{FF2B5EF4-FFF2-40B4-BE49-F238E27FC236}">
                <a16:creationId xmlns:a16="http://schemas.microsoft.com/office/drawing/2014/main" id="{2AB98DB9-9421-9C3D-0736-961AB53BC8AF}"/>
              </a:ext>
            </a:extLst>
          </p:cNvPr>
          <p:cNvSpPr>
            <a:spLocks noGrp="1"/>
          </p:cNvSpPr>
          <p:nvPr>
            <p:ph idx="10"/>
          </p:nvPr>
        </p:nvSpPr>
        <p:spPr>
          <a:xfrm>
            <a:off x="731520" y="1787488"/>
            <a:ext cx="4480560" cy="4258634"/>
          </a:xfrm>
        </p:spPr>
        <p:txBody>
          <a:bodyPr/>
          <a:lstStyle/>
          <a:p>
            <a:r>
              <a:rPr lang="en-US" dirty="0"/>
              <a:t>Why school-level information and not school district-level? </a:t>
            </a:r>
          </a:p>
          <a:p>
            <a:r>
              <a:rPr lang="en-US" dirty="0"/>
              <a:t>School districts have very arbitrary borders</a:t>
            </a:r>
          </a:p>
          <a:p>
            <a:r>
              <a:rPr lang="en-US" dirty="0"/>
              <a:t>District-level information does not capture community diversity </a:t>
            </a:r>
          </a:p>
          <a:p>
            <a:endParaRPr lang="en-US" dirty="0"/>
          </a:p>
          <a:p>
            <a:endParaRPr lang="en-US" dirty="0"/>
          </a:p>
        </p:txBody>
      </p:sp>
      <p:sp>
        <p:nvSpPr>
          <p:cNvPr id="5" name="Footer Placeholder 4">
            <a:extLst>
              <a:ext uri="{FF2B5EF4-FFF2-40B4-BE49-F238E27FC236}">
                <a16:creationId xmlns:a16="http://schemas.microsoft.com/office/drawing/2014/main" id="{79529809-20BA-27E2-A4F8-74C4318B5FCE}"/>
              </a:ext>
            </a:extLst>
          </p:cNvPr>
          <p:cNvSpPr>
            <a:spLocks noGrp="1"/>
          </p:cNvSpPr>
          <p:nvPr>
            <p:ph type="ftr" sz="quarter" idx="3"/>
          </p:nvPr>
        </p:nvSpPr>
        <p:spPr/>
        <p:txBody>
          <a:bodyPr/>
          <a:lstStyle/>
          <a:p>
            <a:endParaRPr lang="en-US" dirty="0"/>
          </a:p>
        </p:txBody>
      </p:sp>
      <p:pic>
        <p:nvPicPr>
          <p:cNvPr id="6" name="Picture 5">
            <a:extLst>
              <a:ext uri="{FF2B5EF4-FFF2-40B4-BE49-F238E27FC236}">
                <a16:creationId xmlns:a16="http://schemas.microsoft.com/office/drawing/2014/main" id="{3F31E8B9-76BB-3A9C-5383-46B12438F7BD}"/>
              </a:ext>
            </a:extLst>
          </p:cNvPr>
          <p:cNvPicPr>
            <a:picLocks noChangeAspect="1"/>
          </p:cNvPicPr>
          <p:nvPr/>
        </p:nvPicPr>
        <p:blipFill>
          <a:blip r:embed="rId2"/>
          <a:stretch>
            <a:fillRect/>
          </a:stretch>
        </p:blipFill>
        <p:spPr>
          <a:xfrm>
            <a:off x="6440805" y="438738"/>
            <a:ext cx="5109955" cy="5690862"/>
          </a:xfrm>
          <a:prstGeom prst="rect">
            <a:avLst/>
          </a:prstGeom>
        </p:spPr>
      </p:pic>
    </p:spTree>
    <p:extLst>
      <p:ext uri="{BB962C8B-B14F-4D97-AF65-F5344CB8AC3E}">
        <p14:creationId xmlns:p14="http://schemas.microsoft.com/office/powerpoint/2010/main" val="3657590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809E-D962-8CCB-7025-9E3709623200}"/>
              </a:ext>
            </a:extLst>
          </p:cNvPr>
          <p:cNvSpPr>
            <a:spLocks noGrp="1"/>
          </p:cNvSpPr>
          <p:nvPr>
            <p:ph type="title"/>
          </p:nvPr>
        </p:nvSpPr>
        <p:spPr/>
        <p:txBody>
          <a:bodyPr/>
          <a:lstStyle/>
          <a:p>
            <a:r>
              <a:rPr lang="en-US" dirty="0"/>
              <a:t>New York City School District Map</a:t>
            </a:r>
          </a:p>
        </p:txBody>
      </p:sp>
      <p:sp>
        <p:nvSpPr>
          <p:cNvPr id="5" name="Footer Placeholder 4">
            <a:extLst>
              <a:ext uri="{FF2B5EF4-FFF2-40B4-BE49-F238E27FC236}">
                <a16:creationId xmlns:a16="http://schemas.microsoft.com/office/drawing/2014/main" id="{BC969F05-9412-C8ED-D25E-BF327EA9ABD1}"/>
              </a:ext>
            </a:extLst>
          </p:cNvPr>
          <p:cNvSpPr>
            <a:spLocks noGrp="1"/>
          </p:cNvSpPr>
          <p:nvPr>
            <p:ph type="ftr" sz="quarter" idx="3"/>
          </p:nvPr>
        </p:nvSpPr>
        <p:spPr/>
        <p:txBody>
          <a:bodyPr/>
          <a:lstStyle/>
          <a:p>
            <a:r>
              <a:rPr lang="en-US"/>
              <a:t>View &gt;&gt; Header and Footer &gt;&gt; Add Unit, Office, or Department Name</a:t>
            </a:r>
          </a:p>
        </p:txBody>
      </p:sp>
      <p:pic>
        <p:nvPicPr>
          <p:cNvPr id="8" name="Content Placeholder 7">
            <a:extLst>
              <a:ext uri="{FF2B5EF4-FFF2-40B4-BE49-F238E27FC236}">
                <a16:creationId xmlns:a16="http://schemas.microsoft.com/office/drawing/2014/main" id="{B17533F2-CD2F-B7B1-B859-9D25BFBC0EC0}"/>
              </a:ext>
            </a:extLst>
          </p:cNvPr>
          <p:cNvPicPr>
            <a:picLocks noGrp="1" noChangeAspect="1"/>
          </p:cNvPicPr>
          <p:nvPr>
            <p:ph idx="10"/>
          </p:nvPr>
        </p:nvPicPr>
        <p:blipFill>
          <a:blip r:embed="rId2"/>
          <a:stretch>
            <a:fillRect/>
          </a:stretch>
        </p:blipFill>
        <p:spPr>
          <a:xfrm>
            <a:off x="4048938" y="1140675"/>
            <a:ext cx="4094123" cy="4744672"/>
          </a:xfrm>
          <a:prstGeom prst="rect">
            <a:avLst/>
          </a:prstGeom>
        </p:spPr>
      </p:pic>
    </p:spTree>
    <p:extLst>
      <p:ext uri="{BB962C8B-B14F-4D97-AF65-F5344CB8AC3E}">
        <p14:creationId xmlns:p14="http://schemas.microsoft.com/office/powerpoint/2010/main" val="1487850083"/>
      </p:ext>
    </p:extLst>
  </p:cSld>
  <p:clrMapOvr>
    <a:masterClrMapping/>
  </p:clrMapOvr>
</p:sld>
</file>

<file path=ppt/theme/theme1.xml><?xml version="1.0" encoding="utf-8"?>
<a:theme xmlns:a="http://schemas.openxmlformats.org/drawingml/2006/main" name="Office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9A2C74D4EF0DD4A9DAD7848AA4454B4" ma:contentTypeVersion="7" ma:contentTypeDescription="Create a new document." ma:contentTypeScope="" ma:versionID="ca25f40ebe90d9065487cf317404a2f7">
  <xsd:schema xmlns:xsd="http://www.w3.org/2001/XMLSchema" xmlns:xs="http://www.w3.org/2001/XMLSchema" xmlns:p="http://schemas.microsoft.com/office/2006/metadata/properties" xmlns:ns2="91e18175-f32a-48e9-9014-05a836c772f7" targetNamespace="http://schemas.microsoft.com/office/2006/metadata/properties" ma:root="true" ma:fieldsID="8dd2dac8d2fcf2c405ea9ba65658d9ff" ns2:_="">
    <xsd:import namespace="91e18175-f32a-48e9-9014-05a836c772f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e18175-f32a-48e9-9014-05a836c772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7FFD54-27B0-415C-8654-D843242BD071}">
  <ds:schemaRefs>
    <ds:schemaRef ds:uri="http://www.w3.org/XML/1998/namespace"/>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http://purl.org/dc/terms/"/>
    <ds:schemaRef ds:uri="http://purl.org/dc/elements/1.1/"/>
    <ds:schemaRef ds:uri="http://purl.org/dc/dcmitype/"/>
  </ds:schemaRefs>
</ds:datastoreItem>
</file>

<file path=customXml/itemProps2.xml><?xml version="1.0" encoding="utf-8"?>
<ds:datastoreItem xmlns:ds="http://schemas.openxmlformats.org/officeDocument/2006/customXml" ds:itemID="{A14B8143-C3D6-460D-830C-A8DBEE85511A}">
  <ds:schemaRefs>
    <ds:schemaRef ds:uri="http://schemas.microsoft.com/sharepoint/v3/contenttype/forms"/>
  </ds:schemaRefs>
</ds:datastoreItem>
</file>

<file path=customXml/itemProps3.xml><?xml version="1.0" encoding="utf-8"?>
<ds:datastoreItem xmlns:ds="http://schemas.openxmlformats.org/officeDocument/2006/customXml" ds:itemID="{5C21CEF2-29F0-40A3-81C4-07699F1E22D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1e18175-f32a-48e9-9014-05a836c772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43871</TotalTime>
  <Words>1716</Words>
  <Application>Microsoft Office PowerPoint</Application>
  <PresentationFormat>Widescreen</PresentationFormat>
  <Paragraphs>369</Paragraphs>
  <Slides>36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Roboto</vt:lpstr>
      <vt:lpstr>Calibri</vt:lpstr>
      <vt:lpstr>Arial</vt:lpstr>
      <vt:lpstr>PT serif</vt:lpstr>
      <vt:lpstr>Cambria Math</vt:lpstr>
      <vt:lpstr>Source sans 3</vt:lpstr>
      <vt:lpstr>Times New Roman</vt:lpstr>
      <vt:lpstr>Office Theme</vt:lpstr>
      <vt:lpstr>Impact of COVID-19 on ELA Student Achievement in New York City Public Schools</vt:lpstr>
      <vt:lpstr>Executive Summary</vt:lpstr>
      <vt:lpstr>Executive Summary</vt:lpstr>
      <vt:lpstr>Problem &amp; Motivation  </vt:lpstr>
      <vt:lpstr>Problem &amp; Motivation  </vt:lpstr>
      <vt:lpstr>Data Overview</vt:lpstr>
      <vt:lpstr>Data Structure &amp; Description</vt:lpstr>
      <vt:lpstr>Dataset Information</vt:lpstr>
      <vt:lpstr>Exploratory Data Analysis</vt:lpstr>
      <vt:lpstr>Exploratory Data Analysis</vt:lpstr>
      <vt:lpstr>Exploratory Data Analysis</vt:lpstr>
      <vt:lpstr>Modeling Approach</vt:lpstr>
      <vt:lpstr>Modeling Overview</vt:lpstr>
      <vt:lpstr>Initial Modeling Approach</vt:lpstr>
      <vt:lpstr>Improved Modeling Approach</vt:lpstr>
      <vt:lpstr>Modeling Approach</vt:lpstr>
      <vt:lpstr>Initial Model</vt:lpstr>
      <vt:lpstr>Initial Model</vt:lpstr>
      <vt:lpstr>Initial Model</vt:lpstr>
      <vt:lpstr>Iteration &amp; Improvement</vt:lpstr>
      <vt:lpstr>Model Improvement</vt:lpstr>
      <vt:lpstr>Model Comparisons</vt:lpstr>
      <vt:lpstr>Improved Model</vt:lpstr>
      <vt:lpstr>Improved Model</vt:lpstr>
      <vt:lpstr>Improved Model</vt:lpstr>
      <vt:lpstr>Discussion</vt:lpstr>
      <vt:lpstr>Final Thoughts</vt:lpstr>
      <vt:lpstr>Limitations </vt:lpstr>
      <vt:lpstr>Conclusion &amp; Future Directions</vt:lpstr>
      <vt:lpstr>PowerPoint Presentation</vt:lpstr>
      <vt:lpstr>Appendix</vt:lpstr>
      <vt:lpstr>PowerPoint Presentation</vt:lpstr>
      <vt:lpstr>Count of Grade Level Observations per Year</vt:lpstr>
      <vt:lpstr>Summary Statistics of Mean Scale Score, Number of Students Tested, and Poverty Rate</vt:lpstr>
      <vt:lpstr>Exploratory Data Analysis</vt:lpstr>
      <vt:lpstr>New York City School District 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ryan-potter@uiowa.edu</dc:creator>
  <cp:lastModifiedBy>Madison Jones</cp:lastModifiedBy>
  <cp:revision>1058</cp:revision>
  <cp:lastPrinted>2025-06-24T12:28:49Z</cp:lastPrinted>
  <dcterms:created xsi:type="dcterms:W3CDTF">2020-01-21T18:13:39Z</dcterms:created>
  <dcterms:modified xsi:type="dcterms:W3CDTF">2026-05-08T19:14:32Z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0x01010029A2C74D4EF0DD4A9DAD7848AA4454B4</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